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3"/>
  </p:notesMasterIdLst>
  <p:handoutMasterIdLst>
    <p:handoutMasterId r:id="rId44"/>
  </p:handoutMasterIdLst>
  <p:sldIdLst>
    <p:sldId id="256" r:id="rId5"/>
    <p:sldId id="293" r:id="rId6"/>
    <p:sldId id="348" r:id="rId7"/>
    <p:sldId id="294" r:id="rId8"/>
    <p:sldId id="308" r:id="rId9"/>
    <p:sldId id="311" r:id="rId10"/>
    <p:sldId id="312" r:id="rId11"/>
    <p:sldId id="313" r:id="rId12"/>
    <p:sldId id="314" r:id="rId13"/>
    <p:sldId id="309" r:id="rId14"/>
    <p:sldId id="310" r:id="rId15"/>
    <p:sldId id="315" r:id="rId16"/>
    <p:sldId id="316" r:id="rId17"/>
    <p:sldId id="317" r:id="rId18"/>
    <p:sldId id="318" r:id="rId19"/>
    <p:sldId id="319" r:id="rId20"/>
    <p:sldId id="320" r:id="rId21"/>
    <p:sldId id="321" r:id="rId22"/>
    <p:sldId id="347" r:id="rId23"/>
    <p:sldId id="346" r:id="rId24"/>
    <p:sldId id="338" r:id="rId25"/>
    <p:sldId id="322" r:id="rId26"/>
    <p:sldId id="323" r:id="rId27"/>
    <p:sldId id="325" r:id="rId28"/>
    <p:sldId id="331" r:id="rId29"/>
    <p:sldId id="333" r:id="rId30"/>
    <p:sldId id="334" r:id="rId31"/>
    <p:sldId id="339" r:id="rId32"/>
    <p:sldId id="340" r:id="rId33"/>
    <p:sldId id="341" r:id="rId34"/>
    <p:sldId id="324" r:id="rId35"/>
    <p:sldId id="332" r:id="rId36"/>
    <p:sldId id="335" r:id="rId37"/>
    <p:sldId id="336" r:id="rId38"/>
    <p:sldId id="337" r:id="rId39"/>
    <p:sldId id="342" r:id="rId40"/>
    <p:sldId id="343" r:id="rId41"/>
    <p:sldId id="260" r:id="rId4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B0CA"/>
    <a:srgbClr val="333333"/>
    <a:srgbClr val="002596"/>
    <a:srgbClr val="006896"/>
    <a:srgbClr val="001B57"/>
    <a:srgbClr val="001648"/>
    <a:srgbClr val="5E8A95"/>
    <a:srgbClr val="4C7078"/>
    <a:srgbClr val="7891B6"/>
    <a:srgbClr val="0054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04" autoAdjust="0"/>
  </p:normalViewPr>
  <p:slideViewPr>
    <p:cSldViewPr snapToGrid="0">
      <p:cViewPr varScale="1">
        <p:scale>
          <a:sx n="104" d="100"/>
          <a:sy n="104" d="100"/>
        </p:scale>
        <p:origin x="816" y="114"/>
      </p:cViewPr>
      <p:guideLst>
        <p:guide orient="horz" pos="2160"/>
        <p:guide pos="3840"/>
      </p:guideLst>
    </p:cSldViewPr>
  </p:slideViewPr>
  <p:notesTextViewPr>
    <p:cViewPr>
      <p:scale>
        <a:sx n="98" d="100"/>
        <a:sy n="98" d="100"/>
      </p:scale>
      <p:origin x="0" y="0"/>
    </p:cViewPr>
  </p:notesTextViewPr>
  <p:sorterViewPr>
    <p:cViewPr>
      <p:scale>
        <a:sx n="170" d="100"/>
        <a:sy n="170" d="100"/>
      </p:scale>
      <p:origin x="0" y="0"/>
    </p:cViewPr>
  </p:sorterViewPr>
  <p:notesViewPr>
    <p:cSldViewPr snapToGrid="0">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7CD18557-5519-4A0D-B7CD-B403A172282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CE5FE12B-C125-421A-900C-79A3ADEB0EF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AA75F0-2667-4AE7-B4F0-BEC2049AFD36}" type="datetimeFigureOut">
              <a:rPr lang="it-IT" smtClean="0"/>
              <a:t>05/05/2026</a:t>
            </a:fld>
            <a:endParaRPr lang="it-IT"/>
          </a:p>
        </p:txBody>
      </p:sp>
      <p:sp>
        <p:nvSpPr>
          <p:cNvPr id="4" name="Segnaposto piè di pagina 3">
            <a:extLst>
              <a:ext uri="{FF2B5EF4-FFF2-40B4-BE49-F238E27FC236}">
                <a16:creationId xmlns:a16="http://schemas.microsoft.com/office/drawing/2014/main" id="{48FF055D-2117-4C92-A21C-3E914BF489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B0BA1E01-3257-4C21-BFF2-9E5F140F20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0EB311-F9C3-4EB0-BB16-45892BDC7ECD}" type="slidenum">
              <a:rPr lang="it-IT" smtClean="0"/>
              <a:t>‹#›</a:t>
            </a:fld>
            <a:endParaRPr lang="it-IT"/>
          </a:p>
        </p:txBody>
      </p:sp>
    </p:spTree>
    <p:extLst>
      <p:ext uri="{BB962C8B-B14F-4D97-AF65-F5344CB8AC3E}">
        <p14:creationId xmlns:p14="http://schemas.microsoft.com/office/powerpoint/2010/main" val="416241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C32052-AEF4-7542-98E9-ECD2E4E31785}" type="datetimeFigureOut">
              <a:rPr lang="it-IT" smtClean="0"/>
              <a:t>05/05/2026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95EFF4-549A-E54F-86B1-2597B7E4700A}" type="slidenum">
              <a:rPr lang="it-IT" smtClean="0"/>
              <a:t>‹#›</a:t>
            </a:fld>
            <a:endParaRPr lang="it-IT"/>
          </a:p>
        </p:txBody>
      </p:sp>
    </p:spTree>
    <p:extLst>
      <p:ext uri="{BB962C8B-B14F-4D97-AF65-F5344CB8AC3E}">
        <p14:creationId xmlns:p14="http://schemas.microsoft.com/office/powerpoint/2010/main" val="203866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2F95EFF4-549A-E54F-86B1-2597B7E4700A}" type="slidenum">
              <a:rPr lang="it-IT" smtClean="0"/>
              <a:t>1</a:t>
            </a:fld>
            <a:endParaRPr lang="it-IT"/>
          </a:p>
        </p:txBody>
      </p:sp>
    </p:spTree>
    <p:extLst>
      <p:ext uri="{BB962C8B-B14F-4D97-AF65-F5344CB8AC3E}">
        <p14:creationId xmlns:p14="http://schemas.microsoft.com/office/powerpoint/2010/main" val="1129566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95EFF4-549A-E54F-86B1-2597B7E4700A}" type="slidenum">
              <a:rPr lang="it-IT" smtClean="0"/>
              <a:t>4</a:t>
            </a:fld>
            <a:endParaRPr lang="it-IT"/>
          </a:p>
        </p:txBody>
      </p:sp>
    </p:spTree>
    <p:extLst>
      <p:ext uri="{BB962C8B-B14F-4D97-AF65-F5344CB8AC3E}">
        <p14:creationId xmlns:p14="http://schemas.microsoft.com/office/powerpoint/2010/main" val="2425299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5FE6A-5F42-1464-490D-B91DE4D90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7D2F1-000A-CE63-DBBB-B71549C12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47B1C-C9BF-EC92-3545-33E809787F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826D0-15CE-A45A-100F-104E7097597B}"/>
              </a:ext>
            </a:extLst>
          </p:cNvPr>
          <p:cNvSpPr>
            <a:spLocks noGrp="1"/>
          </p:cNvSpPr>
          <p:nvPr>
            <p:ph type="sldNum" sz="quarter" idx="5"/>
          </p:nvPr>
        </p:nvSpPr>
        <p:spPr/>
        <p:txBody>
          <a:bodyPr/>
          <a:lstStyle/>
          <a:p>
            <a:fld id="{2F95EFF4-549A-E54F-86B1-2597B7E4700A}" type="slidenum">
              <a:rPr lang="it-IT" smtClean="0"/>
              <a:t>5</a:t>
            </a:fld>
            <a:endParaRPr lang="it-IT"/>
          </a:p>
        </p:txBody>
      </p:sp>
    </p:spTree>
    <p:extLst>
      <p:ext uri="{BB962C8B-B14F-4D97-AF65-F5344CB8AC3E}">
        <p14:creationId xmlns:p14="http://schemas.microsoft.com/office/powerpoint/2010/main" val="274381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9EFF-D3F8-68DD-B504-11B13CDDF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A7637-E25D-FCBD-1664-71B166BB1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FB659-F73B-8378-2A1A-FAE6425180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C0AB33-FD42-9CF4-C919-3039B9552773}"/>
              </a:ext>
            </a:extLst>
          </p:cNvPr>
          <p:cNvSpPr>
            <a:spLocks noGrp="1"/>
          </p:cNvSpPr>
          <p:nvPr>
            <p:ph type="sldNum" sz="quarter" idx="5"/>
          </p:nvPr>
        </p:nvSpPr>
        <p:spPr/>
        <p:txBody>
          <a:bodyPr/>
          <a:lstStyle/>
          <a:p>
            <a:fld id="{2F95EFF4-549A-E54F-86B1-2597B7E4700A}" type="slidenum">
              <a:rPr lang="it-IT" smtClean="0"/>
              <a:t>6</a:t>
            </a:fld>
            <a:endParaRPr lang="it-IT"/>
          </a:p>
        </p:txBody>
      </p:sp>
    </p:spTree>
    <p:extLst>
      <p:ext uri="{BB962C8B-B14F-4D97-AF65-F5344CB8AC3E}">
        <p14:creationId xmlns:p14="http://schemas.microsoft.com/office/powerpoint/2010/main" val="1356267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C1160-A48C-DAC5-DB34-5AB307266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CDB60-EC47-23EA-81F1-34CC10CB6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E2D94-A96F-1488-3090-33F2459F8B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4D28CA-5DB1-F0AB-B77E-9206D4312EC5}"/>
              </a:ext>
            </a:extLst>
          </p:cNvPr>
          <p:cNvSpPr>
            <a:spLocks noGrp="1"/>
          </p:cNvSpPr>
          <p:nvPr>
            <p:ph type="sldNum" sz="quarter" idx="5"/>
          </p:nvPr>
        </p:nvSpPr>
        <p:spPr/>
        <p:txBody>
          <a:bodyPr/>
          <a:lstStyle/>
          <a:p>
            <a:fld id="{2F95EFF4-549A-E54F-86B1-2597B7E4700A}" type="slidenum">
              <a:rPr lang="it-IT" smtClean="0"/>
              <a:t>7</a:t>
            </a:fld>
            <a:endParaRPr lang="it-IT"/>
          </a:p>
        </p:txBody>
      </p:sp>
    </p:spTree>
    <p:extLst>
      <p:ext uri="{BB962C8B-B14F-4D97-AF65-F5344CB8AC3E}">
        <p14:creationId xmlns:p14="http://schemas.microsoft.com/office/powerpoint/2010/main" val="3960099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FBE7-3E48-DBF7-D565-18FD855D1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64542-FD7D-2E51-9033-691729224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75B3B-693C-1B55-60AA-935F6F7F25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A3ACB3-ECB4-64A7-C99A-F86AA8DF0576}"/>
              </a:ext>
            </a:extLst>
          </p:cNvPr>
          <p:cNvSpPr>
            <a:spLocks noGrp="1"/>
          </p:cNvSpPr>
          <p:nvPr>
            <p:ph type="sldNum" sz="quarter" idx="5"/>
          </p:nvPr>
        </p:nvSpPr>
        <p:spPr/>
        <p:txBody>
          <a:bodyPr/>
          <a:lstStyle/>
          <a:p>
            <a:fld id="{2F95EFF4-549A-E54F-86B1-2597B7E4700A}" type="slidenum">
              <a:rPr lang="it-IT" smtClean="0"/>
              <a:t>8</a:t>
            </a:fld>
            <a:endParaRPr lang="it-IT"/>
          </a:p>
        </p:txBody>
      </p:sp>
    </p:spTree>
    <p:extLst>
      <p:ext uri="{BB962C8B-B14F-4D97-AF65-F5344CB8AC3E}">
        <p14:creationId xmlns:p14="http://schemas.microsoft.com/office/powerpoint/2010/main" val="3732037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1B52-E447-E7DF-0F60-0A17546E9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F0B62-CFB5-4E7F-804F-DF791D2AF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39AAF-5986-85E9-EE6F-6F442EE8E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CADCB2-4FDD-42EB-909A-A54BB609180F}"/>
              </a:ext>
            </a:extLst>
          </p:cNvPr>
          <p:cNvSpPr>
            <a:spLocks noGrp="1"/>
          </p:cNvSpPr>
          <p:nvPr>
            <p:ph type="sldNum" sz="quarter" idx="5"/>
          </p:nvPr>
        </p:nvSpPr>
        <p:spPr/>
        <p:txBody>
          <a:bodyPr/>
          <a:lstStyle/>
          <a:p>
            <a:fld id="{2F95EFF4-549A-E54F-86B1-2597B7E4700A}" type="slidenum">
              <a:rPr lang="it-IT" smtClean="0"/>
              <a:t>9</a:t>
            </a:fld>
            <a:endParaRPr lang="it-IT"/>
          </a:p>
        </p:txBody>
      </p:sp>
    </p:spTree>
    <p:extLst>
      <p:ext uri="{BB962C8B-B14F-4D97-AF65-F5344CB8AC3E}">
        <p14:creationId xmlns:p14="http://schemas.microsoft.com/office/powerpoint/2010/main" val="4262481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E9C1A-8070-3EB8-BA87-A275C5359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09474-B2BD-AB18-1883-4DBD215A9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A84CF-ABF8-BB71-B837-5B042CBFA4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6D4887-E8C5-CD53-A1A0-E8AA97E62C24}"/>
              </a:ext>
            </a:extLst>
          </p:cNvPr>
          <p:cNvSpPr>
            <a:spLocks noGrp="1"/>
          </p:cNvSpPr>
          <p:nvPr>
            <p:ph type="sldNum" sz="quarter" idx="5"/>
          </p:nvPr>
        </p:nvSpPr>
        <p:spPr/>
        <p:txBody>
          <a:bodyPr/>
          <a:lstStyle/>
          <a:p>
            <a:fld id="{2F95EFF4-549A-E54F-86B1-2597B7E4700A}" type="slidenum">
              <a:rPr lang="it-IT" smtClean="0"/>
              <a:t>10</a:t>
            </a:fld>
            <a:endParaRPr lang="it-IT"/>
          </a:p>
        </p:txBody>
      </p:sp>
    </p:spTree>
    <p:extLst>
      <p:ext uri="{BB962C8B-B14F-4D97-AF65-F5344CB8AC3E}">
        <p14:creationId xmlns:p14="http://schemas.microsoft.com/office/powerpoint/2010/main" val="3513010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CEDD-DCCE-C550-076F-1D8C123A0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03D9F-6E3B-AABD-267E-213D28B68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C66B7-4F4F-607D-60C2-22EDB669E8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078866-6173-E713-095F-4CBC1858C5EF}"/>
              </a:ext>
            </a:extLst>
          </p:cNvPr>
          <p:cNvSpPr>
            <a:spLocks noGrp="1"/>
          </p:cNvSpPr>
          <p:nvPr>
            <p:ph type="sldNum" sz="quarter" idx="5"/>
          </p:nvPr>
        </p:nvSpPr>
        <p:spPr/>
        <p:txBody>
          <a:bodyPr/>
          <a:lstStyle/>
          <a:p>
            <a:fld id="{2F95EFF4-549A-E54F-86B1-2597B7E4700A}" type="slidenum">
              <a:rPr lang="it-IT" smtClean="0"/>
              <a:t>11</a:t>
            </a:fld>
            <a:endParaRPr lang="it-IT"/>
          </a:p>
        </p:txBody>
      </p:sp>
    </p:spTree>
    <p:extLst>
      <p:ext uri="{BB962C8B-B14F-4D97-AF65-F5344CB8AC3E}">
        <p14:creationId xmlns:p14="http://schemas.microsoft.com/office/powerpoint/2010/main" val="2483215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E4BF-E359-F994-4602-417F3CABA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6DCA3-00CF-95B9-7D39-8C573AC75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BB3D4-7F21-E5F6-D9AE-F3DFE5DE02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7A309F-A984-5F26-F5BB-947E72A84C97}"/>
              </a:ext>
            </a:extLst>
          </p:cNvPr>
          <p:cNvSpPr>
            <a:spLocks noGrp="1"/>
          </p:cNvSpPr>
          <p:nvPr>
            <p:ph type="sldNum" sz="quarter" idx="5"/>
          </p:nvPr>
        </p:nvSpPr>
        <p:spPr/>
        <p:txBody>
          <a:bodyPr/>
          <a:lstStyle/>
          <a:p>
            <a:fld id="{2F95EFF4-549A-E54F-86B1-2597B7E4700A}" type="slidenum">
              <a:rPr lang="it-IT" smtClean="0"/>
              <a:t>12</a:t>
            </a:fld>
            <a:endParaRPr lang="it-IT"/>
          </a:p>
        </p:txBody>
      </p:sp>
    </p:spTree>
    <p:extLst>
      <p:ext uri="{BB962C8B-B14F-4D97-AF65-F5344CB8AC3E}">
        <p14:creationId xmlns:p14="http://schemas.microsoft.com/office/powerpoint/2010/main" val="1638126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E0835-4569-F2FE-6A7C-4C551ACA9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91DEA-4A19-44B7-F511-6C2CB91F1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A1161-BF72-465F-3E20-B64930886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B141AE-8268-9B7A-0039-AFBC41D6CFE3}"/>
              </a:ext>
            </a:extLst>
          </p:cNvPr>
          <p:cNvSpPr>
            <a:spLocks noGrp="1"/>
          </p:cNvSpPr>
          <p:nvPr>
            <p:ph type="sldNum" sz="quarter" idx="5"/>
          </p:nvPr>
        </p:nvSpPr>
        <p:spPr/>
        <p:txBody>
          <a:bodyPr/>
          <a:lstStyle/>
          <a:p>
            <a:fld id="{2F95EFF4-549A-E54F-86B1-2597B7E4700A}" type="slidenum">
              <a:rPr lang="it-IT" smtClean="0"/>
              <a:t>13</a:t>
            </a:fld>
            <a:endParaRPr lang="it-IT"/>
          </a:p>
        </p:txBody>
      </p:sp>
    </p:spTree>
    <p:extLst>
      <p:ext uri="{BB962C8B-B14F-4D97-AF65-F5344CB8AC3E}">
        <p14:creationId xmlns:p14="http://schemas.microsoft.com/office/powerpoint/2010/main" val="2908731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8A65-5524-A4E8-39A8-6713CDDB6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F6CA6-FE64-83A3-8146-096F05F4B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D6E6B-B839-668E-916A-5615935B84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5329D-941E-DB45-4EC1-2A32EE755654}"/>
              </a:ext>
            </a:extLst>
          </p:cNvPr>
          <p:cNvSpPr>
            <a:spLocks noGrp="1"/>
          </p:cNvSpPr>
          <p:nvPr>
            <p:ph type="sldNum" sz="quarter" idx="5"/>
          </p:nvPr>
        </p:nvSpPr>
        <p:spPr/>
        <p:txBody>
          <a:bodyPr/>
          <a:lstStyle/>
          <a:p>
            <a:fld id="{2F95EFF4-549A-E54F-86B1-2597B7E4700A}" type="slidenum">
              <a:rPr lang="it-IT" smtClean="0"/>
              <a:t>14</a:t>
            </a:fld>
            <a:endParaRPr lang="it-IT"/>
          </a:p>
        </p:txBody>
      </p:sp>
    </p:spTree>
    <p:extLst>
      <p:ext uri="{BB962C8B-B14F-4D97-AF65-F5344CB8AC3E}">
        <p14:creationId xmlns:p14="http://schemas.microsoft.com/office/powerpoint/2010/main" val="1545910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1AD7C-4A88-2C12-5455-64F55C983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3BE8E-7C37-B763-A58D-38E42F63F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6D2F0-AB75-B056-2497-7490E0A2B8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B64D8-F2D6-640D-61A7-82A657FBA70A}"/>
              </a:ext>
            </a:extLst>
          </p:cNvPr>
          <p:cNvSpPr>
            <a:spLocks noGrp="1"/>
          </p:cNvSpPr>
          <p:nvPr>
            <p:ph type="sldNum" sz="quarter" idx="5"/>
          </p:nvPr>
        </p:nvSpPr>
        <p:spPr/>
        <p:txBody>
          <a:bodyPr/>
          <a:lstStyle/>
          <a:p>
            <a:fld id="{2F95EFF4-549A-E54F-86B1-2597B7E4700A}" type="slidenum">
              <a:rPr lang="it-IT" smtClean="0"/>
              <a:t>15</a:t>
            </a:fld>
            <a:endParaRPr lang="it-IT"/>
          </a:p>
        </p:txBody>
      </p:sp>
    </p:spTree>
    <p:extLst>
      <p:ext uri="{BB962C8B-B14F-4D97-AF65-F5344CB8AC3E}">
        <p14:creationId xmlns:p14="http://schemas.microsoft.com/office/powerpoint/2010/main" val="3694190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00069-8B24-D6ED-61C7-9C7D48AEA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F5F39-4C1A-E51C-4373-D5FBAD4B5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82A2AF-AB01-A263-C084-0EE6550158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3BE354-C633-0A6E-63E0-29ED3A0DE6E7}"/>
              </a:ext>
            </a:extLst>
          </p:cNvPr>
          <p:cNvSpPr>
            <a:spLocks noGrp="1"/>
          </p:cNvSpPr>
          <p:nvPr>
            <p:ph type="sldNum" sz="quarter" idx="5"/>
          </p:nvPr>
        </p:nvSpPr>
        <p:spPr/>
        <p:txBody>
          <a:bodyPr/>
          <a:lstStyle/>
          <a:p>
            <a:fld id="{2F95EFF4-549A-E54F-86B1-2597B7E4700A}" type="slidenum">
              <a:rPr lang="it-IT" smtClean="0"/>
              <a:t>16</a:t>
            </a:fld>
            <a:endParaRPr lang="it-IT"/>
          </a:p>
        </p:txBody>
      </p:sp>
    </p:spTree>
    <p:extLst>
      <p:ext uri="{BB962C8B-B14F-4D97-AF65-F5344CB8AC3E}">
        <p14:creationId xmlns:p14="http://schemas.microsoft.com/office/powerpoint/2010/main" val="2431382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1C02E-0B6A-AEB7-982B-EBF45DC1A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534BE-C097-664E-BEC0-C1EC8B3D7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C9F55-938B-4A37-A243-2C2DE8213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B29D47-2101-4A6E-ADED-9CFEBE43B31F}"/>
              </a:ext>
            </a:extLst>
          </p:cNvPr>
          <p:cNvSpPr>
            <a:spLocks noGrp="1"/>
          </p:cNvSpPr>
          <p:nvPr>
            <p:ph type="sldNum" sz="quarter" idx="5"/>
          </p:nvPr>
        </p:nvSpPr>
        <p:spPr/>
        <p:txBody>
          <a:bodyPr/>
          <a:lstStyle/>
          <a:p>
            <a:fld id="{2F95EFF4-549A-E54F-86B1-2597B7E4700A}" type="slidenum">
              <a:rPr lang="it-IT" smtClean="0"/>
              <a:t>17</a:t>
            </a:fld>
            <a:endParaRPr lang="it-IT"/>
          </a:p>
        </p:txBody>
      </p:sp>
    </p:spTree>
    <p:extLst>
      <p:ext uri="{BB962C8B-B14F-4D97-AF65-F5344CB8AC3E}">
        <p14:creationId xmlns:p14="http://schemas.microsoft.com/office/powerpoint/2010/main" val="1811180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FD35E-5ABE-E52D-AD3C-FBE30029B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78359-4DF5-B082-42C7-37D69A8B8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38A31-1B21-B7A0-5017-8AF12AD7AA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664B57-FCCE-ACBD-52B2-B7CB1200E8D9}"/>
              </a:ext>
            </a:extLst>
          </p:cNvPr>
          <p:cNvSpPr>
            <a:spLocks noGrp="1"/>
          </p:cNvSpPr>
          <p:nvPr>
            <p:ph type="sldNum" sz="quarter" idx="5"/>
          </p:nvPr>
        </p:nvSpPr>
        <p:spPr/>
        <p:txBody>
          <a:bodyPr/>
          <a:lstStyle/>
          <a:p>
            <a:fld id="{2F95EFF4-549A-E54F-86B1-2597B7E4700A}" type="slidenum">
              <a:rPr lang="it-IT" smtClean="0"/>
              <a:t>18</a:t>
            </a:fld>
            <a:endParaRPr lang="it-IT"/>
          </a:p>
        </p:txBody>
      </p:sp>
    </p:spTree>
    <p:extLst>
      <p:ext uri="{BB962C8B-B14F-4D97-AF65-F5344CB8AC3E}">
        <p14:creationId xmlns:p14="http://schemas.microsoft.com/office/powerpoint/2010/main" val="1799470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5FD71-26D9-0C86-EE29-94BBA5E3C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B4C56-25DE-CA79-B094-F43ACC732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21FB8-6331-4B06-A53C-1863553CE5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6C90DB-4954-4280-A8A2-47C21FD1D27A}"/>
              </a:ext>
            </a:extLst>
          </p:cNvPr>
          <p:cNvSpPr>
            <a:spLocks noGrp="1"/>
          </p:cNvSpPr>
          <p:nvPr>
            <p:ph type="sldNum" sz="quarter" idx="5"/>
          </p:nvPr>
        </p:nvSpPr>
        <p:spPr/>
        <p:txBody>
          <a:bodyPr/>
          <a:lstStyle/>
          <a:p>
            <a:fld id="{2F95EFF4-549A-E54F-86B1-2597B7E4700A}" type="slidenum">
              <a:rPr lang="it-IT" smtClean="0"/>
              <a:t>19</a:t>
            </a:fld>
            <a:endParaRPr lang="it-IT"/>
          </a:p>
        </p:txBody>
      </p:sp>
    </p:spTree>
    <p:extLst>
      <p:ext uri="{BB962C8B-B14F-4D97-AF65-F5344CB8AC3E}">
        <p14:creationId xmlns:p14="http://schemas.microsoft.com/office/powerpoint/2010/main" val="841874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2C102-2A10-7093-23B1-E559070F8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6B097-DFB6-59A2-2F4A-7B56A449F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30148-9730-0881-0BD2-DF3D3BD3D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ADB01B-DC6D-7B83-661B-5BAD20415E1D}"/>
              </a:ext>
            </a:extLst>
          </p:cNvPr>
          <p:cNvSpPr>
            <a:spLocks noGrp="1"/>
          </p:cNvSpPr>
          <p:nvPr>
            <p:ph type="sldNum" sz="quarter" idx="5"/>
          </p:nvPr>
        </p:nvSpPr>
        <p:spPr/>
        <p:txBody>
          <a:bodyPr/>
          <a:lstStyle/>
          <a:p>
            <a:fld id="{2F95EFF4-549A-E54F-86B1-2597B7E4700A}" type="slidenum">
              <a:rPr lang="it-IT" smtClean="0"/>
              <a:t>20</a:t>
            </a:fld>
            <a:endParaRPr lang="it-IT"/>
          </a:p>
        </p:txBody>
      </p:sp>
    </p:spTree>
    <p:extLst>
      <p:ext uri="{BB962C8B-B14F-4D97-AF65-F5344CB8AC3E}">
        <p14:creationId xmlns:p14="http://schemas.microsoft.com/office/powerpoint/2010/main" val="4010594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5A171-5537-7C49-CA0F-F1A0C3EC1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FA115-81FE-956F-918A-217FDE95DB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3AD8B-81EC-C1B3-E905-C71127638C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E57F39-6D23-12C7-47F4-BB7E178EA07A}"/>
              </a:ext>
            </a:extLst>
          </p:cNvPr>
          <p:cNvSpPr>
            <a:spLocks noGrp="1"/>
          </p:cNvSpPr>
          <p:nvPr>
            <p:ph type="sldNum" sz="quarter" idx="5"/>
          </p:nvPr>
        </p:nvSpPr>
        <p:spPr/>
        <p:txBody>
          <a:bodyPr/>
          <a:lstStyle/>
          <a:p>
            <a:fld id="{2F95EFF4-549A-E54F-86B1-2597B7E4700A}" type="slidenum">
              <a:rPr lang="it-IT" smtClean="0"/>
              <a:t>21</a:t>
            </a:fld>
            <a:endParaRPr lang="it-IT"/>
          </a:p>
        </p:txBody>
      </p:sp>
    </p:spTree>
    <p:extLst>
      <p:ext uri="{BB962C8B-B14F-4D97-AF65-F5344CB8AC3E}">
        <p14:creationId xmlns:p14="http://schemas.microsoft.com/office/powerpoint/2010/main" val="2659237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D9957-255B-DAA2-D0D7-F79CF00E4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38D36-C205-1780-AB20-21085D6B0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A9717-5957-0CE4-5B1D-34C5AC776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106EAA-0773-FE5E-5D0A-DE12F5307E6F}"/>
              </a:ext>
            </a:extLst>
          </p:cNvPr>
          <p:cNvSpPr>
            <a:spLocks noGrp="1"/>
          </p:cNvSpPr>
          <p:nvPr>
            <p:ph type="sldNum" sz="quarter" idx="5"/>
          </p:nvPr>
        </p:nvSpPr>
        <p:spPr/>
        <p:txBody>
          <a:bodyPr/>
          <a:lstStyle/>
          <a:p>
            <a:fld id="{2F95EFF4-549A-E54F-86B1-2597B7E4700A}" type="slidenum">
              <a:rPr lang="it-IT" smtClean="0"/>
              <a:t>22</a:t>
            </a:fld>
            <a:endParaRPr lang="it-IT"/>
          </a:p>
        </p:txBody>
      </p:sp>
    </p:spTree>
    <p:extLst>
      <p:ext uri="{BB962C8B-B14F-4D97-AF65-F5344CB8AC3E}">
        <p14:creationId xmlns:p14="http://schemas.microsoft.com/office/powerpoint/2010/main" val="3430703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E0DE8-63EE-42A6-5923-12D560AB9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9D79D-2690-556F-2969-BBFB05F5B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30CBF-3F9F-AF71-919E-CFE2B7FF6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FF48D-98CB-7A4B-70BF-61518336D492}"/>
              </a:ext>
            </a:extLst>
          </p:cNvPr>
          <p:cNvSpPr>
            <a:spLocks noGrp="1"/>
          </p:cNvSpPr>
          <p:nvPr>
            <p:ph type="sldNum" sz="quarter" idx="5"/>
          </p:nvPr>
        </p:nvSpPr>
        <p:spPr/>
        <p:txBody>
          <a:bodyPr/>
          <a:lstStyle/>
          <a:p>
            <a:fld id="{2F95EFF4-549A-E54F-86B1-2597B7E4700A}" type="slidenum">
              <a:rPr lang="it-IT" smtClean="0"/>
              <a:t>23</a:t>
            </a:fld>
            <a:endParaRPr lang="it-IT"/>
          </a:p>
        </p:txBody>
      </p:sp>
    </p:spTree>
    <p:extLst>
      <p:ext uri="{BB962C8B-B14F-4D97-AF65-F5344CB8AC3E}">
        <p14:creationId xmlns:p14="http://schemas.microsoft.com/office/powerpoint/2010/main" val="51439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65C1-3F84-4267-8F10-E7638E3A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72FA6-4EDA-0587-3C9D-05FD632CE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3BA78-3FA3-4935-E9E7-77FD129573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66742-236E-5CBC-3013-0A6EAE55555D}"/>
              </a:ext>
            </a:extLst>
          </p:cNvPr>
          <p:cNvSpPr>
            <a:spLocks noGrp="1"/>
          </p:cNvSpPr>
          <p:nvPr>
            <p:ph type="sldNum" sz="quarter" idx="5"/>
          </p:nvPr>
        </p:nvSpPr>
        <p:spPr/>
        <p:txBody>
          <a:bodyPr/>
          <a:lstStyle/>
          <a:p>
            <a:fld id="{2F95EFF4-549A-E54F-86B1-2597B7E4700A}" type="slidenum">
              <a:rPr lang="it-IT" smtClean="0"/>
              <a:t>24</a:t>
            </a:fld>
            <a:endParaRPr lang="it-IT"/>
          </a:p>
        </p:txBody>
      </p:sp>
    </p:spTree>
    <p:extLst>
      <p:ext uri="{BB962C8B-B14F-4D97-AF65-F5344CB8AC3E}">
        <p14:creationId xmlns:p14="http://schemas.microsoft.com/office/powerpoint/2010/main" val="3289426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4C5E-0017-3E47-D221-0A52639E9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68252-27DC-5CCF-DD0E-69D3F64F2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C3D56-77B5-4595-8BBA-5463801A4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9F79B7-F0CA-5E09-4D27-297611239D20}"/>
              </a:ext>
            </a:extLst>
          </p:cNvPr>
          <p:cNvSpPr>
            <a:spLocks noGrp="1"/>
          </p:cNvSpPr>
          <p:nvPr>
            <p:ph type="sldNum" sz="quarter" idx="5"/>
          </p:nvPr>
        </p:nvSpPr>
        <p:spPr/>
        <p:txBody>
          <a:bodyPr/>
          <a:lstStyle/>
          <a:p>
            <a:fld id="{2F95EFF4-549A-E54F-86B1-2597B7E4700A}" type="slidenum">
              <a:rPr lang="it-IT" smtClean="0"/>
              <a:t>25</a:t>
            </a:fld>
            <a:endParaRPr lang="it-IT"/>
          </a:p>
        </p:txBody>
      </p:sp>
    </p:spTree>
    <p:extLst>
      <p:ext uri="{BB962C8B-B14F-4D97-AF65-F5344CB8AC3E}">
        <p14:creationId xmlns:p14="http://schemas.microsoft.com/office/powerpoint/2010/main" val="4142903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DC11D-2FD8-ED52-1CF5-FBDCF2E56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201AE-8006-2A3A-6610-32AB8EEC8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F6249-8238-ADCF-658A-B133AC921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A1CB03-9965-9380-6560-727D10EEF024}"/>
              </a:ext>
            </a:extLst>
          </p:cNvPr>
          <p:cNvSpPr>
            <a:spLocks noGrp="1"/>
          </p:cNvSpPr>
          <p:nvPr>
            <p:ph type="sldNum" sz="quarter" idx="5"/>
          </p:nvPr>
        </p:nvSpPr>
        <p:spPr/>
        <p:txBody>
          <a:bodyPr/>
          <a:lstStyle/>
          <a:p>
            <a:fld id="{2F95EFF4-549A-E54F-86B1-2597B7E4700A}" type="slidenum">
              <a:rPr lang="it-IT" smtClean="0"/>
              <a:t>26</a:t>
            </a:fld>
            <a:endParaRPr lang="it-IT"/>
          </a:p>
        </p:txBody>
      </p:sp>
    </p:spTree>
    <p:extLst>
      <p:ext uri="{BB962C8B-B14F-4D97-AF65-F5344CB8AC3E}">
        <p14:creationId xmlns:p14="http://schemas.microsoft.com/office/powerpoint/2010/main" val="409734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ABE8-8699-5483-0344-66D0E2D39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7E7A8-99F1-1D98-9428-F5C734AAE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A1436-D592-D1B4-2C28-12080AB750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BB1C0A-BD03-557B-BC81-E51F3BEDBA46}"/>
              </a:ext>
            </a:extLst>
          </p:cNvPr>
          <p:cNvSpPr>
            <a:spLocks noGrp="1"/>
          </p:cNvSpPr>
          <p:nvPr>
            <p:ph type="sldNum" sz="quarter" idx="5"/>
          </p:nvPr>
        </p:nvSpPr>
        <p:spPr/>
        <p:txBody>
          <a:bodyPr/>
          <a:lstStyle/>
          <a:p>
            <a:fld id="{2F95EFF4-549A-E54F-86B1-2597B7E4700A}" type="slidenum">
              <a:rPr lang="it-IT" smtClean="0"/>
              <a:t>27</a:t>
            </a:fld>
            <a:endParaRPr lang="it-IT"/>
          </a:p>
        </p:txBody>
      </p:sp>
    </p:spTree>
    <p:extLst>
      <p:ext uri="{BB962C8B-B14F-4D97-AF65-F5344CB8AC3E}">
        <p14:creationId xmlns:p14="http://schemas.microsoft.com/office/powerpoint/2010/main" val="26147843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2FA4-2037-1117-5EB3-332C0BA22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2746D-6EBD-0B53-A180-BB63365D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F6F20-7A4B-B9F7-DDF9-DEB1F7011B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A58F28-7D69-5CD1-62A0-9C39FE00FA78}"/>
              </a:ext>
            </a:extLst>
          </p:cNvPr>
          <p:cNvSpPr>
            <a:spLocks noGrp="1"/>
          </p:cNvSpPr>
          <p:nvPr>
            <p:ph type="sldNum" sz="quarter" idx="5"/>
          </p:nvPr>
        </p:nvSpPr>
        <p:spPr/>
        <p:txBody>
          <a:bodyPr/>
          <a:lstStyle/>
          <a:p>
            <a:fld id="{2F95EFF4-549A-E54F-86B1-2597B7E4700A}" type="slidenum">
              <a:rPr lang="it-IT" smtClean="0"/>
              <a:t>28</a:t>
            </a:fld>
            <a:endParaRPr lang="it-IT"/>
          </a:p>
        </p:txBody>
      </p:sp>
    </p:spTree>
    <p:extLst>
      <p:ext uri="{BB962C8B-B14F-4D97-AF65-F5344CB8AC3E}">
        <p14:creationId xmlns:p14="http://schemas.microsoft.com/office/powerpoint/2010/main" val="2979034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C8E03-BE9C-FD82-0672-87D33C851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070C7-873A-36DD-2DCC-B5EABDF8E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5E3B9D-AE93-D25C-AAF5-50E2B6E249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9B11F8-EB9D-FD53-B8F8-9989FF67E7F4}"/>
              </a:ext>
            </a:extLst>
          </p:cNvPr>
          <p:cNvSpPr>
            <a:spLocks noGrp="1"/>
          </p:cNvSpPr>
          <p:nvPr>
            <p:ph type="sldNum" sz="quarter" idx="5"/>
          </p:nvPr>
        </p:nvSpPr>
        <p:spPr/>
        <p:txBody>
          <a:bodyPr/>
          <a:lstStyle/>
          <a:p>
            <a:fld id="{2F95EFF4-549A-E54F-86B1-2597B7E4700A}" type="slidenum">
              <a:rPr lang="it-IT" smtClean="0"/>
              <a:t>29</a:t>
            </a:fld>
            <a:endParaRPr lang="it-IT"/>
          </a:p>
        </p:txBody>
      </p:sp>
    </p:spTree>
    <p:extLst>
      <p:ext uri="{BB962C8B-B14F-4D97-AF65-F5344CB8AC3E}">
        <p14:creationId xmlns:p14="http://schemas.microsoft.com/office/powerpoint/2010/main" val="1645683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AF6C-87DB-6948-C79A-1F646DBE5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A70DD-DC14-B323-AFFC-31290B265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558D7-6724-5C3A-DCF3-A0E2ABBF2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B6ED4-A773-5081-E1C2-51A287F37DD8}"/>
              </a:ext>
            </a:extLst>
          </p:cNvPr>
          <p:cNvSpPr>
            <a:spLocks noGrp="1"/>
          </p:cNvSpPr>
          <p:nvPr>
            <p:ph type="sldNum" sz="quarter" idx="5"/>
          </p:nvPr>
        </p:nvSpPr>
        <p:spPr/>
        <p:txBody>
          <a:bodyPr/>
          <a:lstStyle/>
          <a:p>
            <a:fld id="{2F95EFF4-549A-E54F-86B1-2597B7E4700A}" type="slidenum">
              <a:rPr lang="it-IT" smtClean="0"/>
              <a:t>30</a:t>
            </a:fld>
            <a:endParaRPr lang="it-IT"/>
          </a:p>
        </p:txBody>
      </p:sp>
    </p:spTree>
    <p:extLst>
      <p:ext uri="{BB962C8B-B14F-4D97-AF65-F5344CB8AC3E}">
        <p14:creationId xmlns:p14="http://schemas.microsoft.com/office/powerpoint/2010/main" val="1771653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FB13-89BA-D3E2-B2EC-EF6B0B38A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3701B-C71B-8A15-21D7-69CC3A727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AD72A-120E-DCC0-4041-60B812D57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1EB5C7-88FC-AE30-5C3F-72FB00E43B25}"/>
              </a:ext>
            </a:extLst>
          </p:cNvPr>
          <p:cNvSpPr>
            <a:spLocks noGrp="1"/>
          </p:cNvSpPr>
          <p:nvPr>
            <p:ph type="sldNum" sz="quarter" idx="5"/>
          </p:nvPr>
        </p:nvSpPr>
        <p:spPr/>
        <p:txBody>
          <a:bodyPr/>
          <a:lstStyle/>
          <a:p>
            <a:fld id="{2F95EFF4-549A-E54F-86B1-2597B7E4700A}" type="slidenum">
              <a:rPr lang="it-IT" smtClean="0"/>
              <a:t>31</a:t>
            </a:fld>
            <a:endParaRPr lang="it-IT"/>
          </a:p>
        </p:txBody>
      </p:sp>
    </p:spTree>
    <p:extLst>
      <p:ext uri="{BB962C8B-B14F-4D97-AF65-F5344CB8AC3E}">
        <p14:creationId xmlns:p14="http://schemas.microsoft.com/office/powerpoint/2010/main" val="616626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D73B4-EC99-5EF3-C831-34A5FFF13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31DDD-C990-CD2A-C8D3-C84CF0B11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D0A87-7617-50D5-A251-9EC1C6D8D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B5D5A-F37E-ED95-8A7D-E38643D6E070}"/>
              </a:ext>
            </a:extLst>
          </p:cNvPr>
          <p:cNvSpPr>
            <a:spLocks noGrp="1"/>
          </p:cNvSpPr>
          <p:nvPr>
            <p:ph type="sldNum" sz="quarter" idx="5"/>
          </p:nvPr>
        </p:nvSpPr>
        <p:spPr/>
        <p:txBody>
          <a:bodyPr/>
          <a:lstStyle/>
          <a:p>
            <a:fld id="{2F95EFF4-549A-E54F-86B1-2597B7E4700A}" type="slidenum">
              <a:rPr lang="it-IT" smtClean="0"/>
              <a:t>32</a:t>
            </a:fld>
            <a:endParaRPr lang="it-IT"/>
          </a:p>
        </p:txBody>
      </p:sp>
    </p:spTree>
    <p:extLst>
      <p:ext uri="{BB962C8B-B14F-4D97-AF65-F5344CB8AC3E}">
        <p14:creationId xmlns:p14="http://schemas.microsoft.com/office/powerpoint/2010/main" val="4021760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63F8E-FBB8-9CCC-5AEA-8C0468848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0D2C1-9747-62D9-5706-CD09A9353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DF409-324D-1FB5-40C3-951FD9526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F3555F-A554-D874-822B-C46DBD957103}"/>
              </a:ext>
            </a:extLst>
          </p:cNvPr>
          <p:cNvSpPr>
            <a:spLocks noGrp="1"/>
          </p:cNvSpPr>
          <p:nvPr>
            <p:ph type="sldNum" sz="quarter" idx="5"/>
          </p:nvPr>
        </p:nvSpPr>
        <p:spPr/>
        <p:txBody>
          <a:bodyPr/>
          <a:lstStyle/>
          <a:p>
            <a:fld id="{2F95EFF4-549A-E54F-86B1-2597B7E4700A}" type="slidenum">
              <a:rPr lang="it-IT" smtClean="0"/>
              <a:t>33</a:t>
            </a:fld>
            <a:endParaRPr lang="it-IT"/>
          </a:p>
        </p:txBody>
      </p:sp>
    </p:spTree>
    <p:extLst>
      <p:ext uri="{BB962C8B-B14F-4D97-AF65-F5344CB8AC3E}">
        <p14:creationId xmlns:p14="http://schemas.microsoft.com/office/powerpoint/2010/main" val="3196847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0D944-9497-B8C3-9333-1710ECB2F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B138C-0224-4025-9009-EFFACA263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B07D0-BE7E-DD11-99D2-7735396000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D720CD-DA3F-9881-6858-56C70CB056CA}"/>
              </a:ext>
            </a:extLst>
          </p:cNvPr>
          <p:cNvSpPr>
            <a:spLocks noGrp="1"/>
          </p:cNvSpPr>
          <p:nvPr>
            <p:ph type="sldNum" sz="quarter" idx="5"/>
          </p:nvPr>
        </p:nvSpPr>
        <p:spPr/>
        <p:txBody>
          <a:bodyPr/>
          <a:lstStyle/>
          <a:p>
            <a:fld id="{2F95EFF4-549A-E54F-86B1-2597B7E4700A}" type="slidenum">
              <a:rPr lang="it-IT" smtClean="0"/>
              <a:t>34</a:t>
            </a:fld>
            <a:endParaRPr lang="it-IT"/>
          </a:p>
        </p:txBody>
      </p:sp>
    </p:spTree>
    <p:extLst>
      <p:ext uri="{BB962C8B-B14F-4D97-AF65-F5344CB8AC3E}">
        <p14:creationId xmlns:p14="http://schemas.microsoft.com/office/powerpoint/2010/main" val="17184329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DBB5F-5E15-242E-D903-3FC6BFE5E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F4C85-5CB6-EC99-1D80-A5068DF9F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6E660-6E28-E13C-6207-2C3E078CB2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FBA04-4C99-AB04-7524-CE25AED9F729}"/>
              </a:ext>
            </a:extLst>
          </p:cNvPr>
          <p:cNvSpPr>
            <a:spLocks noGrp="1"/>
          </p:cNvSpPr>
          <p:nvPr>
            <p:ph type="sldNum" sz="quarter" idx="5"/>
          </p:nvPr>
        </p:nvSpPr>
        <p:spPr/>
        <p:txBody>
          <a:bodyPr/>
          <a:lstStyle/>
          <a:p>
            <a:fld id="{2F95EFF4-549A-E54F-86B1-2597B7E4700A}" type="slidenum">
              <a:rPr lang="it-IT" smtClean="0"/>
              <a:t>35</a:t>
            </a:fld>
            <a:endParaRPr lang="it-IT"/>
          </a:p>
        </p:txBody>
      </p:sp>
    </p:spTree>
    <p:extLst>
      <p:ext uri="{BB962C8B-B14F-4D97-AF65-F5344CB8AC3E}">
        <p14:creationId xmlns:p14="http://schemas.microsoft.com/office/powerpoint/2010/main" val="4342748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8D51-2F9D-3F20-72E5-D7944836D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A6072-54E6-B36C-320C-47E315BA1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960C9-171B-7ADC-2E1C-090B65C6F6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1FCF56-A156-859F-1D4C-302AA2047344}"/>
              </a:ext>
            </a:extLst>
          </p:cNvPr>
          <p:cNvSpPr>
            <a:spLocks noGrp="1"/>
          </p:cNvSpPr>
          <p:nvPr>
            <p:ph type="sldNum" sz="quarter" idx="5"/>
          </p:nvPr>
        </p:nvSpPr>
        <p:spPr/>
        <p:txBody>
          <a:bodyPr/>
          <a:lstStyle/>
          <a:p>
            <a:fld id="{2F95EFF4-549A-E54F-86B1-2597B7E4700A}" type="slidenum">
              <a:rPr lang="it-IT" smtClean="0"/>
              <a:t>36</a:t>
            </a:fld>
            <a:endParaRPr lang="it-IT"/>
          </a:p>
        </p:txBody>
      </p:sp>
    </p:spTree>
    <p:extLst>
      <p:ext uri="{BB962C8B-B14F-4D97-AF65-F5344CB8AC3E}">
        <p14:creationId xmlns:p14="http://schemas.microsoft.com/office/powerpoint/2010/main" val="2206378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BED1-6F31-85CC-F8C0-7F62E74CA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4CBFA-9046-627A-A454-7AA6FD384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FF62E-E4BA-BFAC-0595-9AC690DC4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FB12C-B796-7F7D-8CD9-9482C7DA706C}"/>
              </a:ext>
            </a:extLst>
          </p:cNvPr>
          <p:cNvSpPr>
            <a:spLocks noGrp="1"/>
          </p:cNvSpPr>
          <p:nvPr>
            <p:ph type="sldNum" sz="quarter" idx="5"/>
          </p:nvPr>
        </p:nvSpPr>
        <p:spPr/>
        <p:txBody>
          <a:bodyPr/>
          <a:lstStyle/>
          <a:p>
            <a:fld id="{2F95EFF4-549A-E54F-86B1-2597B7E4700A}" type="slidenum">
              <a:rPr lang="it-IT" smtClean="0"/>
              <a:t>37</a:t>
            </a:fld>
            <a:endParaRPr lang="it-IT"/>
          </a:p>
        </p:txBody>
      </p:sp>
    </p:spTree>
    <p:extLst>
      <p:ext uri="{BB962C8B-B14F-4D97-AF65-F5344CB8AC3E}">
        <p14:creationId xmlns:p14="http://schemas.microsoft.com/office/powerpoint/2010/main" val="26940546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www.datalogic.com"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www.datalogic.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datalogic.com"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www.datalogic.com"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BD5B15A-44CD-870C-1102-94CA222326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2"/>
          <a:stretch/>
        </p:blipFill>
        <p:spPr>
          <a:xfrm>
            <a:off x="1" y="0"/>
            <a:ext cx="12191999" cy="6860899"/>
          </a:xfrm>
          <a:prstGeom prst="rect">
            <a:avLst/>
          </a:prstGeom>
        </p:spPr>
      </p:pic>
      <p:sp>
        <p:nvSpPr>
          <p:cNvPr id="2" name="Titolo 1">
            <a:extLst>
              <a:ext uri="{FF2B5EF4-FFF2-40B4-BE49-F238E27FC236}">
                <a16:creationId xmlns:a16="http://schemas.microsoft.com/office/drawing/2014/main" id="{69B4CC7E-1F85-4BD0-A974-2C0194E8F3DA}"/>
              </a:ext>
            </a:extLst>
          </p:cNvPr>
          <p:cNvSpPr>
            <a:spLocks noGrp="1"/>
          </p:cNvSpPr>
          <p:nvPr>
            <p:ph type="ctrTitle" hasCustomPrompt="1"/>
          </p:nvPr>
        </p:nvSpPr>
        <p:spPr>
          <a:xfrm>
            <a:off x="5372099" y="1122363"/>
            <a:ext cx="6238875" cy="2387600"/>
          </a:xfrm>
        </p:spPr>
        <p:txBody>
          <a:bodyPr anchor="t">
            <a:normAutofit/>
          </a:bodyPr>
          <a:lstStyle>
            <a:lvl1pPr algn="r">
              <a:defRPr sz="5400" b="1"/>
            </a:lvl1pPr>
          </a:lstStyle>
          <a:p>
            <a:r>
              <a:rPr lang="it-IT" dirty="0"/>
              <a:t>PRESENTATION</a:t>
            </a:r>
            <a:br>
              <a:rPr lang="it-IT" dirty="0"/>
            </a:br>
            <a:r>
              <a:rPr lang="it-IT" dirty="0"/>
              <a:t>TITLE</a:t>
            </a:r>
          </a:p>
        </p:txBody>
      </p:sp>
      <p:sp>
        <p:nvSpPr>
          <p:cNvPr id="3" name="Sottotitolo 2">
            <a:extLst>
              <a:ext uri="{FF2B5EF4-FFF2-40B4-BE49-F238E27FC236}">
                <a16:creationId xmlns:a16="http://schemas.microsoft.com/office/drawing/2014/main" id="{3EFB60D9-42B3-4BF5-B623-F35A058F2781}"/>
              </a:ext>
            </a:extLst>
          </p:cNvPr>
          <p:cNvSpPr>
            <a:spLocks noGrp="1"/>
          </p:cNvSpPr>
          <p:nvPr>
            <p:ph type="subTitle" idx="1" hasCustomPrompt="1"/>
          </p:nvPr>
        </p:nvSpPr>
        <p:spPr>
          <a:xfrm>
            <a:off x="5581649" y="5372100"/>
            <a:ext cx="6029325" cy="430212"/>
          </a:xfrm>
        </p:spPr>
        <p:txBody>
          <a:bodyPr/>
          <a:lstStyle>
            <a:lvl1pPr marL="0" indent="0" algn="r">
              <a:buNone/>
              <a:defRPr sz="2400">
                <a:solidFill>
                  <a:srgbClr val="33333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Speaker &lt;&lt;Name </a:t>
            </a:r>
            <a:r>
              <a:rPr lang="it-IT" dirty="0" err="1"/>
              <a:t>Surname</a:t>
            </a:r>
            <a:r>
              <a:rPr lang="it-IT" dirty="0"/>
              <a:t>&gt;&gt;</a:t>
            </a:r>
          </a:p>
        </p:txBody>
      </p:sp>
      <p:cxnSp>
        <p:nvCxnSpPr>
          <p:cNvPr id="5" name="Connettore diritto 4">
            <a:extLst>
              <a:ext uri="{FF2B5EF4-FFF2-40B4-BE49-F238E27FC236}">
                <a16:creationId xmlns:a16="http://schemas.microsoft.com/office/drawing/2014/main" id="{3BE96316-682C-4C8E-8A8F-CD09BBE829EF}"/>
              </a:ext>
            </a:extLst>
          </p:cNvPr>
          <p:cNvCxnSpPr>
            <a:cxnSpLocks/>
          </p:cNvCxnSpPr>
          <p:nvPr userDrawn="1"/>
        </p:nvCxnSpPr>
        <p:spPr>
          <a:xfrm>
            <a:off x="5752214" y="5273751"/>
            <a:ext cx="6439786" cy="0"/>
          </a:xfrm>
          <a:prstGeom prst="line">
            <a:avLst/>
          </a:prstGeom>
          <a:ln w="19050">
            <a:gradFill flip="none" rotWithShape="1">
              <a:gsLst>
                <a:gs pos="54000">
                  <a:srgbClr val="002596"/>
                </a:gs>
                <a:gs pos="99000">
                  <a:schemeClr val="bg1">
                    <a:alpha val="0"/>
                  </a:schemeClr>
                </a:gs>
              </a:gsLst>
              <a:lin ang="0" scaled="0"/>
              <a:tileRect/>
            </a:gradFill>
          </a:ln>
        </p:spPr>
        <p:style>
          <a:lnRef idx="1">
            <a:schemeClr val="accent1"/>
          </a:lnRef>
          <a:fillRef idx="0">
            <a:schemeClr val="accent1"/>
          </a:fillRef>
          <a:effectRef idx="0">
            <a:schemeClr val="accent1"/>
          </a:effectRef>
          <a:fontRef idx="minor">
            <a:schemeClr val="tx1"/>
          </a:fontRef>
        </p:style>
      </p:cxnSp>
      <p:pic>
        <p:nvPicPr>
          <p:cNvPr id="11" name="Immagine 10">
            <a:extLst>
              <a:ext uri="{FF2B5EF4-FFF2-40B4-BE49-F238E27FC236}">
                <a16:creationId xmlns:a16="http://schemas.microsoft.com/office/drawing/2014/main" id="{A18E667D-FD92-46A8-8F6C-26F28760AE2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29590" y="6496504"/>
            <a:ext cx="1669970" cy="286500"/>
          </a:xfrm>
          <a:prstGeom prst="rect">
            <a:avLst/>
          </a:prstGeom>
        </p:spPr>
      </p:pic>
    </p:spTree>
    <p:extLst>
      <p:ext uri="{BB962C8B-B14F-4D97-AF65-F5344CB8AC3E}">
        <p14:creationId xmlns:p14="http://schemas.microsoft.com/office/powerpoint/2010/main" val="349393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85CF2B-0D58-4152-BB58-2AD8D1F29576}"/>
              </a:ext>
            </a:extLst>
          </p:cNvPr>
          <p:cNvSpPr>
            <a:spLocks noGrp="1"/>
          </p:cNvSpPr>
          <p:nvPr>
            <p:ph type="title" hasCustomPrompt="1"/>
          </p:nvPr>
        </p:nvSpPr>
        <p:spPr>
          <a:xfrm>
            <a:off x="436989" y="64365"/>
            <a:ext cx="11354960" cy="512422"/>
          </a:xfrm>
        </p:spPr>
        <p:txBody>
          <a:bodyPr>
            <a:noAutofit/>
          </a:bodyPr>
          <a:lstStyle>
            <a:lvl1pPr>
              <a:defRPr sz="3000" b="1"/>
            </a:lvl1pPr>
          </a:lstStyle>
          <a:p>
            <a:r>
              <a:rPr lang="en-US" dirty="0"/>
              <a:t>Click to edit Master title style</a:t>
            </a:r>
            <a:endParaRPr lang="it-IT" dirty="0"/>
          </a:p>
        </p:txBody>
      </p:sp>
      <p:sp>
        <p:nvSpPr>
          <p:cNvPr id="3" name="Segnaposto contenuto 2">
            <a:extLst>
              <a:ext uri="{FF2B5EF4-FFF2-40B4-BE49-F238E27FC236}">
                <a16:creationId xmlns:a16="http://schemas.microsoft.com/office/drawing/2014/main" id="{B03C0BA1-3198-4F78-B6F9-9F8823D066A8}"/>
              </a:ext>
            </a:extLst>
          </p:cNvPr>
          <p:cNvSpPr>
            <a:spLocks noGrp="1"/>
          </p:cNvSpPr>
          <p:nvPr>
            <p:ph idx="1" hasCustomPrompt="1"/>
          </p:nvPr>
        </p:nvSpPr>
        <p:spPr>
          <a:xfrm>
            <a:off x="436989" y="713244"/>
            <a:ext cx="11354960" cy="5502142"/>
          </a:xfrm>
        </p:spPr>
        <p:txBody>
          <a:bodyPr/>
          <a:lstStyle>
            <a:lvl1pPr>
              <a:defRPr sz="2400"/>
            </a:lvl1pPr>
            <a:lvl2pPr>
              <a:defRPr sz="2200"/>
            </a:lvl2pPr>
            <a:lvl3pPr>
              <a:defRPr/>
            </a:lvl3pPr>
            <a:lvl4pPr>
              <a:defRPr/>
            </a:lvl4pPr>
            <a:lvl5pPr>
              <a:defRPr/>
            </a:lvl5pPr>
          </a:lstStyle>
          <a:p>
            <a:pPr lvl="0"/>
            <a:r>
              <a:rPr lang="en-US" dirty="0"/>
              <a:t>Click to edit Master text styles</a:t>
            </a:r>
          </a:p>
          <a:p>
            <a:pPr lvl="1"/>
            <a:r>
              <a:rPr lang="it-IT" dirty="0"/>
              <a:t>Second </a:t>
            </a:r>
            <a:r>
              <a:rPr lang="it-IT" dirty="0" err="1"/>
              <a:t>level</a:t>
            </a:r>
            <a:endParaRPr lang="it-IT" dirty="0"/>
          </a:p>
          <a:p>
            <a:pPr lvl="2"/>
            <a:r>
              <a:rPr lang="it-IT" dirty="0"/>
              <a:t>Third </a:t>
            </a:r>
            <a:r>
              <a:rPr lang="it-IT" dirty="0" err="1"/>
              <a:t>level</a:t>
            </a:r>
            <a:endParaRPr lang="it-IT" dirty="0"/>
          </a:p>
          <a:p>
            <a:pPr lvl="3"/>
            <a:r>
              <a:rPr lang="it-IT" dirty="0" err="1"/>
              <a:t>Fourth</a:t>
            </a:r>
            <a:r>
              <a:rPr lang="it-IT" dirty="0"/>
              <a:t> </a:t>
            </a:r>
            <a:r>
              <a:rPr lang="it-IT" dirty="0" err="1"/>
              <a:t>level</a:t>
            </a:r>
            <a:endParaRPr lang="it-IT" dirty="0"/>
          </a:p>
          <a:p>
            <a:pPr lvl="4"/>
            <a:r>
              <a:rPr lang="it-IT" dirty="0"/>
              <a:t>Fifth </a:t>
            </a:r>
            <a:r>
              <a:rPr lang="it-IT" dirty="0" err="1"/>
              <a:t>level</a:t>
            </a:r>
            <a:endParaRPr lang="it-IT" dirty="0"/>
          </a:p>
        </p:txBody>
      </p:sp>
      <p:pic>
        <p:nvPicPr>
          <p:cNvPr id="10" name="Immagine 9">
            <a:extLst>
              <a:ext uri="{FF2B5EF4-FFF2-40B4-BE49-F238E27FC236}">
                <a16:creationId xmlns:a16="http://schemas.microsoft.com/office/drawing/2014/main" id="{8D11A542-A475-45AF-913D-559DD3CEFF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92338" y="6541580"/>
            <a:ext cx="1407222" cy="241423"/>
          </a:xfrm>
          <a:prstGeom prst="rect">
            <a:avLst/>
          </a:prstGeom>
        </p:spPr>
      </p:pic>
      <p:sp>
        <p:nvSpPr>
          <p:cNvPr id="8" name="CasellaDiTesto 7">
            <a:extLst>
              <a:ext uri="{FF2B5EF4-FFF2-40B4-BE49-F238E27FC236}">
                <a16:creationId xmlns:a16="http://schemas.microsoft.com/office/drawing/2014/main" id="{56D59BBA-27CB-4717-92E5-A8BBFF66AC57}"/>
              </a:ext>
            </a:extLst>
          </p:cNvPr>
          <p:cNvSpPr txBox="1"/>
          <p:nvPr userDrawn="1"/>
        </p:nvSpPr>
        <p:spPr>
          <a:xfrm>
            <a:off x="10633" y="6607319"/>
            <a:ext cx="2692842" cy="216776"/>
          </a:xfrm>
          <a:prstGeom prst="rect">
            <a:avLst/>
          </a:prstGeom>
          <a:noFill/>
        </p:spPr>
        <p:txBody>
          <a:bodyPr wrap="square" lIns="108000" tIns="54000" rIns="108000" bIns="54000" rtlCol="0">
            <a:spAutoFit/>
          </a:bodyPr>
          <a:lstStyle/>
          <a:p>
            <a:pPr marL="0" marR="0" lvl="0" indent="0" algn="l" defTabSz="1828434" rtl="0" eaLnBrk="1" fontAlgn="auto" latinLnBrk="0" hangingPunct="1">
              <a:lnSpc>
                <a:spcPct val="100000"/>
              </a:lnSpc>
              <a:spcBef>
                <a:spcPts val="0"/>
              </a:spcBef>
              <a:spcAft>
                <a:spcPts val="0"/>
              </a:spcAft>
              <a:buClrTx/>
              <a:buSzTx/>
              <a:buFontTx/>
              <a:buNone/>
              <a:tabLst/>
              <a:defRPr/>
            </a:pPr>
            <a:r>
              <a:rPr lang="it-IT" sz="700" dirty="0">
                <a:solidFill>
                  <a:srgbClr val="575757"/>
                </a:solidFill>
                <a:latin typeface="+mj-lt"/>
              </a:rPr>
              <a:t>Copyright</a:t>
            </a:r>
            <a:r>
              <a:rPr lang="it-IT" sz="700" baseline="0" dirty="0">
                <a:solidFill>
                  <a:srgbClr val="575757"/>
                </a:solidFill>
                <a:latin typeface="+mj-lt"/>
              </a:rPr>
              <a:t> Datalogic 2024 – </a:t>
            </a:r>
            <a:r>
              <a:rPr lang="it-IT" sz="700" baseline="0" dirty="0" err="1">
                <a:solidFill>
                  <a:srgbClr val="575757"/>
                </a:solidFill>
                <a:latin typeface="+mj-lt"/>
              </a:rPr>
              <a:t>Confidential</a:t>
            </a:r>
            <a:r>
              <a:rPr lang="it-IT" sz="700" baseline="0" dirty="0">
                <a:solidFill>
                  <a:srgbClr val="575757"/>
                </a:solidFill>
                <a:latin typeface="+mj-lt"/>
              </a:rPr>
              <a:t> </a:t>
            </a:r>
            <a:r>
              <a:rPr lang="it-IT" sz="700" baseline="0" dirty="0" err="1">
                <a:solidFill>
                  <a:srgbClr val="575757"/>
                </a:solidFill>
                <a:latin typeface="+mj-lt"/>
              </a:rPr>
              <a:t>Proprietary</a:t>
            </a:r>
            <a:r>
              <a:rPr lang="it-IT" sz="700" baseline="0" dirty="0">
                <a:solidFill>
                  <a:srgbClr val="575757"/>
                </a:solidFill>
                <a:latin typeface="+mj-lt"/>
              </a:rPr>
              <a:t> Information</a:t>
            </a:r>
            <a:endParaRPr lang="it-IT" sz="700" u="sng" dirty="0">
              <a:solidFill>
                <a:srgbClr val="575757"/>
              </a:solidFill>
              <a:uFill>
                <a:solidFill>
                  <a:srgbClr val="9454C3"/>
                </a:solidFill>
              </a:uFill>
              <a:latin typeface="+mj-lt"/>
              <a:hlinkClick r:id="rId3">
                <a:extLst>
                  <a:ext uri="{A12FA001-AC4F-418D-AE19-62706E023703}">
                    <ahyp:hlinkClr xmlns:ahyp="http://schemas.microsoft.com/office/drawing/2018/hyperlinkcolor" val="tx"/>
                  </a:ext>
                </a:extLst>
              </a:hlinkClick>
            </a:endParaRPr>
          </a:p>
        </p:txBody>
      </p:sp>
      <p:cxnSp>
        <p:nvCxnSpPr>
          <p:cNvPr id="7" name="Connettore diritto 6">
            <a:extLst>
              <a:ext uri="{FF2B5EF4-FFF2-40B4-BE49-F238E27FC236}">
                <a16:creationId xmlns:a16="http://schemas.microsoft.com/office/drawing/2014/main" id="{E118686D-E9A1-4E86-86F8-718B300837C1}"/>
              </a:ext>
            </a:extLst>
          </p:cNvPr>
          <p:cNvCxnSpPr>
            <a:cxnSpLocks/>
          </p:cNvCxnSpPr>
          <p:nvPr userDrawn="1"/>
        </p:nvCxnSpPr>
        <p:spPr>
          <a:xfrm>
            <a:off x="0" y="6400802"/>
            <a:ext cx="12192000" cy="0"/>
          </a:xfrm>
          <a:prstGeom prst="line">
            <a:avLst/>
          </a:prstGeom>
          <a:ln w="19050">
            <a:gradFill flip="none" rotWithShape="1">
              <a:gsLst>
                <a:gs pos="54000">
                  <a:srgbClr val="002596"/>
                </a:gs>
                <a:gs pos="99000">
                  <a:schemeClr val="bg1">
                    <a:alpha val="0"/>
                  </a:schemeClr>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1" name="Segnaposto numero diapositiva 5">
            <a:extLst>
              <a:ext uri="{FF2B5EF4-FFF2-40B4-BE49-F238E27FC236}">
                <a16:creationId xmlns:a16="http://schemas.microsoft.com/office/drawing/2014/main" id="{CA4EB6B9-90E1-4B00-BA9D-704185EBEC35}"/>
              </a:ext>
            </a:extLst>
          </p:cNvPr>
          <p:cNvSpPr txBox="1">
            <a:spLocks/>
          </p:cNvSpPr>
          <p:nvPr userDrawn="1"/>
        </p:nvSpPr>
        <p:spPr>
          <a:xfrm>
            <a:off x="-100967" y="6465415"/>
            <a:ext cx="796737" cy="216000"/>
          </a:xfrm>
          <a:prstGeom prst="rect">
            <a:avLst/>
          </a:prstGeom>
        </p:spPr>
        <p:txBody>
          <a:bodyPr lIns="108000" tIns="54000" rIns="108000" bIns="54000"/>
          <a:lstStyle>
            <a:defPPr>
              <a:defRPr lang="it-IT"/>
            </a:defPPr>
            <a:lvl1pPr marL="0" algn="r" defTabSz="914400" rtl="0" eaLnBrk="1" latinLnBrk="0" hangingPunct="1">
              <a:defRPr lang="it-IT" sz="700" kern="1200" smtClean="0">
                <a:solidFill>
                  <a:srgbClr val="575757"/>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8434">
              <a:defRPr/>
            </a:pPr>
            <a:r>
              <a:rPr lang="it-IT" dirty="0">
                <a:solidFill>
                  <a:srgbClr val="575757"/>
                </a:solidFill>
              </a:rPr>
              <a:t>Page </a:t>
            </a:r>
            <a:fld id="{D8AD77C9-667A-4063-9374-BCA71C74F01F}" type="slidenum">
              <a:rPr smtClean="0">
                <a:solidFill>
                  <a:srgbClr val="575757"/>
                </a:solidFill>
              </a:rPr>
              <a:pPr algn="ctr" defTabSz="1828434">
                <a:defRPr/>
              </a:pPr>
              <a:t>‹#›</a:t>
            </a:fld>
            <a:endParaRPr dirty="0">
              <a:solidFill>
                <a:srgbClr val="575757"/>
              </a:solidFill>
            </a:endParaRPr>
          </a:p>
        </p:txBody>
      </p:sp>
    </p:spTree>
    <p:extLst>
      <p:ext uri="{BB962C8B-B14F-4D97-AF65-F5344CB8AC3E}">
        <p14:creationId xmlns:p14="http://schemas.microsoft.com/office/powerpoint/2010/main" val="3601602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stazione sezione">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0DE8E566-A908-3828-5B07-94A8B34B0E8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2"/>
          <a:stretch/>
        </p:blipFill>
        <p:spPr>
          <a:xfrm flipH="1">
            <a:off x="0" y="0"/>
            <a:ext cx="12192000" cy="6860899"/>
          </a:xfrm>
          <a:prstGeom prst="rect">
            <a:avLst/>
          </a:prstGeom>
        </p:spPr>
      </p:pic>
      <p:sp>
        <p:nvSpPr>
          <p:cNvPr id="2" name="Titolo 1">
            <a:extLst>
              <a:ext uri="{FF2B5EF4-FFF2-40B4-BE49-F238E27FC236}">
                <a16:creationId xmlns:a16="http://schemas.microsoft.com/office/drawing/2014/main" id="{ED1D399E-044F-4C98-906B-B8F2C026E15D}"/>
              </a:ext>
            </a:extLst>
          </p:cNvPr>
          <p:cNvSpPr>
            <a:spLocks noGrp="1"/>
          </p:cNvSpPr>
          <p:nvPr>
            <p:ph type="title" hasCustomPrompt="1"/>
          </p:nvPr>
        </p:nvSpPr>
        <p:spPr>
          <a:xfrm>
            <a:off x="707138" y="2530555"/>
            <a:ext cx="5739071" cy="1648045"/>
          </a:xfrm>
        </p:spPr>
        <p:txBody>
          <a:bodyPr anchor="t">
            <a:normAutofit/>
          </a:bodyPr>
          <a:lstStyle>
            <a:lvl1pPr>
              <a:defRPr sz="5400" b="1"/>
            </a:lvl1pPr>
          </a:lstStyle>
          <a:p>
            <a:r>
              <a:rPr lang="it-IT" dirty="0"/>
              <a:t>1.A</a:t>
            </a:r>
            <a:br>
              <a:rPr lang="it-IT" dirty="0"/>
            </a:br>
            <a:r>
              <a:rPr lang="it-IT" dirty="0"/>
              <a:t>DIVISION SLIDE</a:t>
            </a:r>
          </a:p>
        </p:txBody>
      </p:sp>
      <p:cxnSp>
        <p:nvCxnSpPr>
          <p:cNvPr id="8" name="Connettore diritto 7">
            <a:extLst>
              <a:ext uri="{FF2B5EF4-FFF2-40B4-BE49-F238E27FC236}">
                <a16:creationId xmlns:a16="http://schemas.microsoft.com/office/drawing/2014/main" id="{FE239491-3E29-480A-B8B5-8AE503E2EE9C}"/>
              </a:ext>
            </a:extLst>
          </p:cNvPr>
          <p:cNvCxnSpPr>
            <a:cxnSpLocks/>
          </p:cNvCxnSpPr>
          <p:nvPr userDrawn="1"/>
        </p:nvCxnSpPr>
        <p:spPr>
          <a:xfrm>
            <a:off x="733627" y="4380616"/>
            <a:ext cx="5712582" cy="0"/>
          </a:xfrm>
          <a:prstGeom prst="line">
            <a:avLst/>
          </a:prstGeom>
          <a:ln w="19050">
            <a:gradFill flip="none" rotWithShape="1">
              <a:gsLst>
                <a:gs pos="54000">
                  <a:srgbClr val="002596"/>
                </a:gs>
                <a:gs pos="99000">
                  <a:schemeClr val="bg1">
                    <a:alpha val="0"/>
                  </a:schemeClr>
                </a:gs>
              </a:gsLst>
              <a:lin ang="0" scaled="0"/>
              <a:tileRect/>
            </a:gradFill>
          </a:ln>
        </p:spPr>
        <p:style>
          <a:lnRef idx="1">
            <a:schemeClr val="accent1"/>
          </a:lnRef>
          <a:fillRef idx="0">
            <a:schemeClr val="accent1"/>
          </a:fillRef>
          <a:effectRef idx="0">
            <a:schemeClr val="accent1"/>
          </a:effectRef>
          <a:fontRef idx="minor">
            <a:schemeClr val="tx1"/>
          </a:fontRef>
        </p:style>
      </p:cxnSp>
      <p:pic>
        <p:nvPicPr>
          <p:cNvPr id="12" name="Immagine 11">
            <a:extLst>
              <a:ext uri="{FF2B5EF4-FFF2-40B4-BE49-F238E27FC236}">
                <a16:creationId xmlns:a16="http://schemas.microsoft.com/office/drawing/2014/main" id="{F6D4861B-97E6-4E30-A35C-D96201AC58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92338" y="6541580"/>
            <a:ext cx="1407222" cy="241423"/>
          </a:xfrm>
          <a:prstGeom prst="rect">
            <a:avLst/>
          </a:prstGeom>
        </p:spPr>
      </p:pic>
      <p:sp>
        <p:nvSpPr>
          <p:cNvPr id="13" name="CasellaDiTesto 12">
            <a:extLst>
              <a:ext uri="{FF2B5EF4-FFF2-40B4-BE49-F238E27FC236}">
                <a16:creationId xmlns:a16="http://schemas.microsoft.com/office/drawing/2014/main" id="{1FDFB95B-6545-461B-9B9A-1EF293DC047F}"/>
              </a:ext>
            </a:extLst>
          </p:cNvPr>
          <p:cNvSpPr txBox="1"/>
          <p:nvPr userDrawn="1"/>
        </p:nvSpPr>
        <p:spPr>
          <a:xfrm>
            <a:off x="10633" y="6607319"/>
            <a:ext cx="2692842" cy="216776"/>
          </a:xfrm>
          <a:prstGeom prst="rect">
            <a:avLst/>
          </a:prstGeom>
          <a:noFill/>
        </p:spPr>
        <p:txBody>
          <a:bodyPr wrap="square" lIns="108000" tIns="54000" rIns="108000" bIns="54000" rtlCol="0">
            <a:spAutoFit/>
          </a:bodyPr>
          <a:lstStyle/>
          <a:p>
            <a:pPr marL="0" marR="0" lvl="0" indent="0" algn="l" defTabSz="1828434" rtl="0" eaLnBrk="1" fontAlgn="auto" latinLnBrk="0" hangingPunct="1">
              <a:lnSpc>
                <a:spcPct val="100000"/>
              </a:lnSpc>
              <a:spcBef>
                <a:spcPts val="0"/>
              </a:spcBef>
              <a:spcAft>
                <a:spcPts val="0"/>
              </a:spcAft>
              <a:buClrTx/>
              <a:buSzTx/>
              <a:buFontTx/>
              <a:buNone/>
              <a:tabLst/>
              <a:defRPr/>
            </a:pPr>
            <a:r>
              <a:rPr lang="it-IT" sz="700" dirty="0">
                <a:solidFill>
                  <a:srgbClr val="575757"/>
                </a:solidFill>
                <a:latin typeface="+mj-lt"/>
              </a:rPr>
              <a:t>Copyright</a:t>
            </a:r>
            <a:r>
              <a:rPr lang="it-IT" sz="700" baseline="0" dirty="0">
                <a:solidFill>
                  <a:srgbClr val="575757"/>
                </a:solidFill>
                <a:latin typeface="+mj-lt"/>
              </a:rPr>
              <a:t> Datalogic 2024 – </a:t>
            </a:r>
            <a:r>
              <a:rPr lang="it-IT" sz="700" baseline="0" dirty="0" err="1">
                <a:solidFill>
                  <a:srgbClr val="575757"/>
                </a:solidFill>
                <a:latin typeface="+mj-lt"/>
              </a:rPr>
              <a:t>Confidential</a:t>
            </a:r>
            <a:r>
              <a:rPr lang="it-IT" sz="700" baseline="0" dirty="0">
                <a:solidFill>
                  <a:srgbClr val="575757"/>
                </a:solidFill>
                <a:latin typeface="+mj-lt"/>
              </a:rPr>
              <a:t> </a:t>
            </a:r>
            <a:r>
              <a:rPr lang="it-IT" sz="700" baseline="0" dirty="0" err="1">
                <a:solidFill>
                  <a:srgbClr val="575757"/>
                </a:solidFill>
                <a:latin typeface="+mj-lt"/>
              </a:rPr>
              <a:t>Proprietary</a:t>
            </a:r>
            <a:r>
              <a:rPr lang="it-IT" sz="700" baseline="0" dirty="0">
                <a:solidFill>
                  <a:srgbClr val="575757"/>
                </a:solidFill>
                <a:latin typeface="+mj-lt"/>
              </a:rPr>
              <a:t> Information</a:t>
            </a:r>
            <a:endParaRPr lang="it-IT" sz="700" u="sng" dirty="0">
              <a:solidFill>
                <a:srgbClr val="575757"/>
              </a:solidFill>
              <a:uFill>
                <a:solidFill>
                  <a:srgbClr val="9454C3"/>
                </a:solidFill>
              </a:uFill>
              <a:latin typeface="+mj-lt"/>
              <a:hlinkClick r:id="rId4">
                <a:extLst>
                  <a:ext uri="{A12FA001-AC4F-418D-AE19-62706E023703}">
                    <ahyp:hlinkClr xmlns:ahyp="http://schemas.microsoft.com/office/drawing/2018/hyperlinkcolor" val="tx"/>
                  </a:ext>
                </a:extLst>
              </a:hlinkClick>
            </a:endParaRPr>
          </a:p>
        </p:txBody>
      </p:sp>
      <p:sp>
        <p:nvSpPr>
          <p:cNvPr id="9" name="Segnaposto numero diapositiva 5">
            <a:extLst>
              <a:ext uri="{FF2B5EF4-FFF2-40B4-BE49-F238E27FC236}">
                <a16:creationId xmlns:a16="http://schemas.microsoft.com/office/drawing/2014/main" id="{E63A6D6E-EE2F-4682-838A-2DDF2F386FE2}"/>
              </a:ext>
            </a:extLst>
          </p:cNvPr>
          <p:cNvSpPr txBox="1">
            <a:spLocks/>
          </p:cNvSpPr>
          <p:nvPr userDrawn="1"/>
        </p:nvSpPr>
        <p:spPr>
          <a:xfrm>
            <a:off x="-100967" y="6465415"/>
            <a:ext cx="796737" cy="216000"/>
          </a:xfrm>
          <a:prstGeom prst="rect">
            <a:avLst/>
          </a:prstGeom>
        </p:spPr>
        <p:txBody>
          <a:bodyPr lIns="108000" tIns="54000" rIns="108000" bIns="54000"/>
          <a:lstStyle>
            <a:defPPr>
              <a:defRPr lang="it-IT"/>
            </a:defPPr>
            <a:lvl1pPr marL="0" algn="r" defTabSz="914400" rtl="0" eaLnBrk="1" latinLnBrk="0" hangingPunct="1">
              <a:defRPr lang="it-IT" sz="700" kern="1200" smtClean="0">
                <a:solidFill>
                  <a:srgbClr val="575757"/>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8434">
              <a:defRPr/>
            </a:pPr>
            <a:r>
              <a:rPr lang="it-IT" dirty="0">
                <a:solidFill>
                  <a:srgbClr val="575757"/>
                </a:solidFill>
              </a:rPr>
              <a:t>Page </a:t>
            </a:r>
            <a:fld id="{D8AD77C9-667A-4063-9374-BCA71C74F01F}" type="slidenum">
              <a:rPr smtClean="0">
                <a:solidFill>
                  <a:srgbClr val="575757"/>
                </a:solidFill>
              </a:rPr>
              <a:pPr algn="ctr" defTabSz="1828434">
                <a:defRPr/>
              </a:pPr>
              <a:t>‹#›</a:t>
            </a:fld>
            <a:endParaRPr dirty="0">
              <a:solidFill>
                <a:srgbClr val="575757"/>
              </a:solidFill>
            </a:endParaRPr>
          </a:p>
        </p:txBody>
      </p:sp>
    </p:spTree>
    <p:extLst>
      <p:ext uri="{BB962C8B-B14F-4D97-AF65-F5344CB8AC3E}">
        <p14:creationId xmlns:p14="http://schemas.microsoft.com/office/powerpoint/2010/main" val="520731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4" name="Segnaposto contenuto 3">
            <a:extLst>
              <a:ext uri="{FF2B5EF4-FFF2-40B4-BE49-F238E27FC236}">
                <a16:creationId xmlns:a16="http://schemas.microsoft.com/office/drawing/2014/main" id="{FC37ACC4-6F47-4E58-A11E-A529E2B2AF04}"/>
              </a:ext>
            </a:extLst>
          </p:cNvPr>
          <p:cNvSpPr>
            <a:spLocks noGrp="1"/>
          </p:cNvSpPr>
          <p:nvPr>
            <p:ph sz="half" idx="2" hasCustomPrompt="1"/>
          </p:nvPr>
        </p:nvSpPr>
        <p:spPr>
          <a:xfrm>
            <a:off x="6172199" y="713242"/>
            <a:ext cx="5619749" cy="5502140"/>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egnaposto immagine 2">
            <a:extLst>
              <a:ext uri="{FF2B5EF4-FFF2-40B4-BE49-F238E27FC236}">
                <a16:creationId xmlns:a16="http://schemas.microsoft.com/office/drawing/2014/main" id="{5C725F3E-6FEB-42BE-8F41-CF244B972593}"/>
              </a:ext>
            </a:extLst>
          </p:cNvPr>
          <p:cNvSpPr>
            <a:spLocks noGrp="1"/>
          </p:cNvSpPr>
          <p:nvPr>
            <p:ph type="pic" idx="13" hasCustomPrompt="1"/>
          </p:nvPr>
        </p:nvSpPr>
        <p:spPr>
          <a:xfrm>
            <a:off x="436989" y="713242"/>
            <a:ext cx="5554237" cy="5502142"/>
          </a:xfrm>
          <a:prstGeom prst="rect">
            <a:avLst/>
          </a:prstGeom>
        </p:spPr>
        <p:txBody>
          <a:bodyPr>
            <a:normAutofit/>
          </a:bodyPr>
          <a:lstStyle>
            <a:lvl1pPr marL="0" indent="0">
              <a:buNone/>
              <a:defRPr sz="2000"/>
            </a:lvl1pPr>
            <a:lvl2pPr marL="1088639" indent="0">
              <a:buNone/>
              <a:defRPr sz="6700"/>
            </a:lvl2pPr>
            <a:lvl3pPr marL="2177278" indent="0">
              <a:buNone/>
              <a:defRPr sz="5700"/>
            </a:lvl3pPr>
            <a:lvl4pPr marL="3265917" indent="0">
              <a:buNone/>
              <a:defRPr sz="4800"/>
            </a:lvl4pPr>
            <a:lvl5pPr marL="4354556" indent="0">
              <a:buNone/>
              <a:defRPr sz="4800"/>
            </a:lvl5pPr>
            <a:lvl6pPr marL="5443195" indent="0">
              <a:buNone/>
              <a:defRPr sz="4800"/>
            </a:lvl6pPr>
            <a:lvl7pPr marL="6531834" indent="0">
              <a:buNone/>
              <a:defRPr sz="4800"/>
            </a:lvl7pPr>
            <a:lvl8pPr marL="7620472" indent="0">
              <a:buNone/>
              <a:defRPr sz="4800"/>
            </a:lvl8pPr>
            <a:lvl9pPr marL="8709111" indent="0">
              <a:buNone/>
              <a:defRPr sz="4800"/>
            </a:lvl9pPr>
          </a:lstStyle>
          <a:p>
            <a:r>
              <a:rPr lang="en-US" dirty="0"/>
              <a:t>Click icon to add picture</a:t>
            </a:r>
          </a:p>
        </p:txBody>
      </p:sp>
      <p:sp>
        <p:nvSpPr>
          <p:cNvPr id="8" name="Titolo 1">
            <a:extLst>
              <a:ext uri="{FF2B5EF4-FFF2-40B4-BE49-F238E27FC236}">
                <a16:creationId xmlns:a16="http://schemas.microsoft.com/office/drawing/2014/main" id="{4519BF1F-FBDC-4F3D-8591-73E9BD303B62}"/>
              </a:ext>
            </a:extLst>
          </p:cNvPr>
          <p:cNvSpPr>
            <a:spLocks noGrp="1"/>
          </p:cNvSpPr>
          <p:nvPr>
            <p:ph type="title" hasCustomPrompt="1"/>
          </p:nvPr>
        </p:nvSpPr>
        <p:spPr>
          <a:xfrm>
            <a:off x="436989" y="64365"/>
            <a:ext cx="11354960" cy="512422"/>
          </a:xfrm>
        </p:spPr>
        <p:txBody>
          <a:bodyPr>
            <a:noAutofit/>
          </a:bodyPr>
          <a:lstStyle>
            <a:lvl1pPr>
              <a:defRPr sz="3000" b="1"/>
            </a:lvl1pPr>
          </a:lstStyle>
          <a:p>
            <a:r>
              <a:rPr lang="en-US" dirty="0"/>
              <a:t>Click to edit Master title style</a:t>
            </a:r>
            <a:endParaRPr lang="it-IT" dirty="0"/>
          </a:p>
        </p:txBody>
      </p:sp>
      <p:pic>
        <p:nvPicPr>
          <p:cNvPr id="15" name="Immagine 14">
            <a:extLst>
              <a:ext uri="{FF2B5EF4-FFF2-40B4-BE49-F238E27FC236}">
                <a16:creationId xmlns:a16="http://schemas.microsoft.com/office/drawing/2014/main" id="{C9E1D775-CDB0-413D-A719-809223FAA8F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92338" y="6541580"/>
            <a:ext cx="1407222" cy="241423"/>
          </a:xfrm>
          <a:prstGeom prst="rect">
            <a:avLst/>
          </a:prstGeom>
        </p:spPr>
      </p:pic>
      <p:sp>
        <p:nvSpPr>
          <p:cNvPr id="16" name="CasellaDiTesto 15">
            <a:extLst>
              <a:ext uri="{FF2B5EF4-FFF2-40B4-BE49-F238E27FC236}">
                <a16:creationId xmlns:a16="http://schemas.microsoft.com/office/drawing/2014/main" id="{8089FB4A-C743-46DC-947B-2BAC3AF39673}"/>
              </a:ext>
            </a:extLst>
          </p:cNvPr>
          <p:cNvSpPr txBox="1"/>
          <p:nvPr userDrawn="1"/>
        </p:nvSpPr>
        <p:spPr>
          <a:xfrm>
            <a:off x="10633" y="6607319"/>
            <a:ext cx="2692842" cy="216776"/>
          </a:xfrm>
          <a:prstGeom prst="rect">
            <a:avLst/>
          </a:prstGeom>
          <a:noFill/>
        </p:spPr>
        <p:txBody>
          <a:bodyPr wrap="square" lIns="108000" tIns="54000" rIns="108000" bIns="54000" rtlCol="0">
            <a:spAutoFit/>
          </a:bodyPr>
          <a:lstStyle/>
          <a:p>
            <a:pPr marL="0" marR="0" lvl="0" indent="0" algn="l" defTabSz="1828434" rtl="0" eaLnBrk="1" fontAlgn="auto" latinLnBrk="0" hangingPunct="1">
              <a:lnSpc>
                <a:spcPct val="100000"/>
              </a:lnSpc>
              <a:spcBef>
                <a:spcPts val="0"/>
              </a:spcBef>
              <a:spcAft>
                <a:spcPts val="0"/>
              </a:spcAft>
              <a:buClrTx/>
              <a:buSzTx/>
              <a:buFontTx/>
              <a:buNone/>
              <a:tabLst/>
              <a:defRPr/>
            </a:pPr>
            <a:r>
              <a:rPr lang="it-IT" sz="700" dirty="0">
                <a:solidFill>
                  <a:srgbClr val="575757"/>
                </a:solidFill>
                <a:latin typeface="+mj-lt"/>
              </a:rPr>
              <a:t>Copyright</a:t>
            </a:r>
            <a:r>
              <a:rPr lang="it-IT" sz="700" baseline="0" dirty="0">
                <a:solidFill>
                  <a:srgbClr val="575757"/>
                </a:solidFill>
                <a:latin typeface="+mj-lt"/>
              </a:rPr>
              <a:t> Datalogic 2024 – </a:t>
            </a:r>
            <a:r>
              <a:rPr lang="it-IT" sz="700" baseline="0" dirty="0" err="1">
                <a:solidFill>
                  <a:srgbClr val="575757"/>
                </a:solidFill>
                <a:latin typeface="+mj-lt"/>
              </a:rPr>
              <a:t>Confidential</a:t>
            </a:r>
            <a:r>
              <a:rPr lang="it-IT" sz="700" baseline="0" dirty="0">
                <a:solidFill>
                  <a:srgbClr val="575757"/>
                </a:solidFill>
                <a:latin typeface="+mj-lt"/>
              </a:rPr>
              <a:t> </a:t>
            </a:r>
            <a:r>
              <a:rPr lang="it-IT" sz="700" baseline="0" dirty="0" err="1">
                <a:solidFill>
                  <a:srgbClr val="575757"/>
                </a:solidFill>
                <a:latin typeface="+mj-lt"/>
              </a:rPr>
              <a:t>Proprietary</a:t>
            </a:r>
            <a:r>
              <a:rPr lang="it-IT" sz="700" baseline="0" dirty="0">
                <a:solidFill>
                  <a:srgbClr val="575757"/>
                </a:solidFill>
                <a:latin typeface="+mj-lt"/>
              </a:rPr>
              <a:t> Information</a:t>
            </a:r>
            <a:endParaRPr lang="it-IT" sz="700" u="sng" dirty="0">
              <a:solidFill>
                <a:srgbClr val="575757"/>
              </a:solidFill>
              <a:uFill>
                <a:solidFill>
                  <a:srgbClr val="9454C3"/>
                </a:solidFill>
              </a:uFill>
              <a:latin typeface="+mj-lt"/>
              <a:hlinkClick r:id="rId3">
                <a:extLst>
                  <a:ext uri="{A12FA001-AC4F-418D-AE19-62706E023703}">
                    <ahyp:hlinkClr xmlns:ahyp="http://schemas.microsoft.com/office/drawing/2018/hyperlinkcolor" val="tx"/>
                  </a:ext>
                </a:extLst>
              </a:hlinkClick>
            </a:endParaRPr>
          </a:p>
        </p:txBody>
      </p:sp>
      <p:cxnSp>
        <p:nvCxnSpPr>
          <p:cNvPr id="17" name="Connettore diritto 16">
            <a:extLst>
              <a:ext uri="{FF2B5EF4-FFF2-40B4-BE49-F238E27FC236}">
                <a16:creationId xmlns:a16="http://schemas.microsoft.com/office/drawing/2014/main" id="{D6BA0369-1FD8-484A-B428-E4DC7D5ED3E7}"/>
              </a:ext>
            </a:extLst>
          </p:cNvPr>
          <p:cNvCxnSpPr>
            <a:cxnSpLocks/>
          </p:cNvCxnSpPr>
          <p:nvPr userDrawn="1"/>
        </p:nvCxnSpPr>
        <p:spPr>
          <a:xfrm>
            <a:off x="0" y="6400802"/>
            <a:ext cx="12192000" cy="0"/>
          </a:xfrm>
          <a:prstGeom prst="line">
            <a:avLst/>
          </a:prstGeom>
          <a:ln w="19050">
            <a:gradFill flip="none" rotWithShape="1">
              <a:gsLst>
                <a:gs pos="54000">
                  <a:srgbClr val="002596"/>
                </a:gs>
                <a:gs pos="99000">
                  <a:schemeClr val="bg1">
                    <a:alpha val="0"/>
                  </a:schemeClr>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Segnaposto numero diapositiva 5">
            <a:extLst>
              <a:ext uri="{FF2B5EF4-FFF2-40B4-BE49-F238E27FC236}">
                <a16:creationId xmlns:a16="http://schemas.microsoft.com/office/drawing/2014/main" id="{AD2629A4-8015-4B18-8A56-61F48AB73DB2}"/>
              </a:ext>
            </a:extLst>
          </p:cNvPr>
          <p:cNvSpPr txBox="1">
            <a:spLocks/>
          </p:cNvSpPr>
          <p:nvPr userDrawn="1"/>
        </p:nvSpPr>
        <p:spPr>
          <a:xfrm>
            <a:off x="-100967" y="6465415"/>
            <a:ext cx="796737" cy="216000"/>
          </a:xfrm>
          <a:prstGeom prst="rect">
            <a:avLst/>
          </a:prstGeom>
        </p:spPr>
        <p:txBody>
          <a:bodyPr lIns="108000" tIns="54000" rIns="108000" bIns="54000"/>
          <a:lstStyle>
            <a:defPPr>
              <a:defRPr lang="it-IT"/>
            </a:defPPr>
            <a:lvl1pPr marL="0" algn="r" defTabSz="914400" rtl="0" eaLnBrk="1" latinLnBrk="0" hangingPunct="1">
              <a:defRPr lang="it-IT" sz="700" kern="1200" smtClean="0">
                <a:solidFill>
                  <a:srgbClr val="575757"/>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8434">
              <a:defRPr/>
            </a:pPr>
            <a:r>
              <a:rPr lang="it-IT" dirty="0">
                <a:solidFill>
                  <a:srgbClr val="575757"/>
                </a:solidFill>
              </a:rPr>
              <a:t>Page </a:t>
            </a:r>
            <a:fld id="{D8AD77C9-667A-4063-9374-BCA71C74F01F}" type="slidenum">
              <a:rPr smtClean="0">
                <a:solidFill>
                  <a:srgbClr val="575757"/>
                </a:solidFill>
              </a:rPr>
              <a:pPr algn="ctr" defTabSz="1828434">
                <a:defRPr/>
              </a:pPr>
              <a:t>‹#›</a:t>
            </a:fld>
            <a:endParaRPr dirty="0">
              <a:solidFill>
                <a:srgbClr val="575757"/>
              </a:solidFill>
            </a:endParaRPr>
          </a:p>
        </p:txBody>
      </p:sp>
    </p:spTree>
    <p:extLst>
      <p:ext uri="{BB962C8B-B14F-4D97-AF65-F5344CB8AC3E}">
        <p14:creationId xmlns:p14="http://schemas.microsoft.com/office/powerpoint/2010/main" val="366872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DDF2841-0F2F-E5DA-8499-DEDCC56C8F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072"/>
          <a:stretch/>
        </p:blipFill>
        <p:spPr>
          <a:xfrm flipH="1">
            <a:off x="0" y="0"/>
            <a:ext cx="12192000" cy="6860899"/>
          </a:xfrm>
          <a:prstGeom prst="rect">
            <a:avLst/>
          </a:prstGeom>
        </p:spPr>
      </p:pic>
      <p:sp>
        <p:nvSpPr>
          <p:cNvPr id="12" name="Text Box 3">
            <a:extLst>
              <a:ext uri="{FF2B5EF4-FFF2-40B4-BE49-F238E27FC236}">
                <a16:creationId xmlns:a16="http://schemas.microsoft.com/office/drawing/2014/main" id="{3F38C037-F588-4CA7-A89A-70AC2479248D}"/>
              </a:ext>
            </a:extLst>
          </p:cNvPr>
          <p:cNvSpPr txBox="1">
            <a:spLocks noChangeArrowheads="1"/>
          </p:cNvSpPr>
          <p:nvPr/>
        </p:nvSpPr>
        <p:spPr bwMode="auto">
          <a:xfrm>
            <a:off x="570224" y="2190110"/>
            <a:ext cx="5672289" cy="2020347"/>
          </a:xfrm>
          <a:prstGeom prst="rect">
            <a:avLst/>
          </a:prstGeom>
          <a:noFill/>
          <a:ln w="9525">
            <a:noFill/>
            <a:miter lim="800000"/>
            <a:headEnd/>
            <a:tailEnd/>
          </a:ln>
        </p:spPr>
        <p:txBody>
          <a:bodyPr wrap="square" lIns="217728" tIns="108864" rIns="217728" bIns="108864">
            <a:spAutoFit/>
          </a:bodyPr>
          <a:lstStyle/>
          <a:p>
            <a:pPr algn="just">
              <a:lnSpc>
                <a:spcPct val="100000"/>
              </a:lnSpc>
              <a:buClr>
                <a:schemeClr val="bg1"/>
              </a:buClr>
              <a:tabLst>
                <a:tab pos="0" algn="l"/>
              </a:tabLst>
            </a:pPr>
            <a:r>
              <a:rPr lang="en-US" sz="900" dirty="0">
                <a:solidFill>
                  <a:srgbClr val="002596"/>
                </a:solidFill>
                <a:latin typeface="+mj-lt"/>
                <a:ea typeface="Arial Unicode MS" pitchFamily="34" charset="-128"/>
                <a:cs typeface="Lucida Sans" panose="020B0602040502020204" pitchFamily="34" charset="0"/>
              </a:rPr>
              <a:t>This presentation contains statements that are neither reported financial results nor other historical information. These statements are forward-looking statements. These forward-looking statements rely on a number of assumptions and are subject to a number of risks and uncertainties, many of which are outside the control of Datalogic S.p.A., that could cause actual results to differ materially from those expressed in or implied by such statements, such as future market conditions, currency fluctuations, the behavior of other market participants and the actions of governmental and state regulators</a:t>
            </a:r>
          </a:p>
          <a:p>
            <a:pPr algn="just">
              <a:lnSpc>
                <a:spcPct val="100000"/>
              </a:lnSpc>
              <a:buClr>
                <a:schemeClr val="bg1"/>
              </a:buClr>
              <a:tabLst>
                <a:tab pos="0" algn="l"/>
              </a:tabLst>
            </a:pPr>
            <a:endParaRPr lang="en-US" sz="900" dirty="0">
              <a:solidFill>
                <a:srgbClr val="002596"/>
              </a:solidFill>
              <a:latin typeface="+mj-lt"/>
              <a:ea typeface="Arial Unicode MS" pitchFamily="34" charset="-128"/>
              <a:cs typeface="Lucida Sans" panose="020B0602040502020204" pitchFamily="34" charset="0"/>
            </a:endParaRPr>
          </a:p>
          <a:p>
            <a:pPr algn="just">
              <a:lnSpc>
                <a:spcPct val="100000"/>
              </a:lnSpc>
              <a:buClr>
                <a:schemeClr val="bg1"/>
              </a:buClr>
              <a:tabLst>
                <a:tab pos="0" algn="l"/>
              </a:tabLst>
            </a:pPr>
            <a:r>
              <a:rPr lang="en-US" sz="900">
                <a:solidFill>
                  <a:srgbClr val="002596"/>
                </a:solidFill>
                <a:latin typeface="+mj-lt"/>
                <a:ea typeface="Arial Unicode MS" pitchFamily="34" charset="-128"/>
                <a:cs typeface="Lucida Sans" panose="020B0602040502020204" pitchFamily="34" charset="0"/>
              </a:rPr>
              <a:t>© 2024 </a:t>
            </a:r>
            <a:r>
              <a:rPr lang="en-US" sz="900" dirty="0">
                <a:solidFill>
                  <a:srgbClr val="002596"/>
                </a:solidFill>
                <a:latin typeface="+mj-lt"/>
                <a:ea typeface="Arial Unicode MS" pitchFamily="34" charset="-128"/>
                <a:cs typeface="Lucida Sans" panose="020B0602040502020204" pitchFamily="34" charset="0"/>
              </a:rPr>
              <a:t>Datalogic S.p.A. and/or its affiliates - All rights reserved. • Without limiting the rights under copyright, no part of this documentation may be reproduced, stored in or introduced into a retrieval system, or transmitted in any form or by any means, or for any purpose, without the express written permission of Datalogic S.p.A. and/or its affiliates  • Datalogic and the Datalogic logo are registered trademarks of Datalogic S.p.A. in many countries, including the U.S. and the E.U. • All other trademarks and brands are property of their respective owners.</a:t>
            </a:r>
            <a:endParaRPr lang="en-GB" sz="900" dirty="0">
              <a:solidFill>
                <a:srgbClr val="002596"/>
              </a:solidFill>
              <a:latin typeface="+mj-lt"/>
              <a:ea typeface="Arial Unicode MS" pitchFamily="34" charset="-128"/>
              <a:cs typeface="Lucida Sans" panose="020B0602040502020204" pitchFamily="34" charset="0"/>
            </a:endParaRPr>
          </a:p>
        </p:txBody>
      </p:sp>
      <p:sp>
        <p:nvSpPr>
          <p:cNvPr id="13" name="Shape 99">
            <a:extLst>
              <a:ext uri="{FF2B5EF4-FFF2-40B4-BE49-F238E27FC236}">
                <a16:creationId xmlns:a16="http://schemas.microsoft.com/office/drawing/2014/main" id="{97A21C7F-7152-4DD7-BF5F-83956BADC412}"/>
              </a:ext>
            </a:extLst>
          </p:cNvPr>
          <p:cNvSpPr/>
          <p:nvPr/>
        </p:nvSpPr>
        <p:spPr>
          <a:xfrm>
            <a:off x="694488" y="4324695"/>
            <a:ext cx="5772987" cy="877161"/>
          </a:xfrm>
          <a:prstGeom prst="rect">
            <a:avLst/>
          </a:prstGeom>
          <a:ln w="25400">
            <a:miter lim="400000"/>
          </a:ln>
          <a:extLst>
            <a:ext uri="{C572A759-6A51-4108-AA02-DFA0A04FC94B}">
              <ma14:wrappingTextBoxFlag xmlns="" xmlns:ma14="http://schemas.microsoft.com/office/mac/drawingml/2011/main" val="1"/>
            </a:ext>
          </a:extLst>
        </p:spPr>
        <p:txBody>
          <a:bodyPr wrap="square" tIns="91439" bIns="91439">
            <a:spAutoFit/>
          </a:bodyPr>
          <a:lstStyle/>
          <a:p>
            <a:pPr lvl="0" defTabSz="1828434" hangingPunct="1">
              <a:defRPr/>
            </a:pPr>
            <a:r>
              <a:rPr lang="it-IT" sz="900" b="1" i="1" dirty="0">
                <a:solidFill>
                  <a:srgbClr val="002596"/>
                </a:solidFill>
                <a:latin typeface="+mj-lt"/>
                <a:ea typeface="PFDinTextPro-Bold"/>
                <a:cs typeface="PFDinTextPro-Bold"/>
                <a:sym typeface="PFDinTextPro-Bold"/>
              </a:rPr>
              <a:t>Datalogic S.p.A.</a:t>
            </a:r>
            <a:endParaRPr lang="it-IT" sz="900" b="1" dirty="0">
              <a:solidFill>
                <a:srgbClr val="002596"/>
              </a:solidFill>
              <a:latin typeface="+mj-lt"/>
            </a:endParaRPr>
          </a:p>
          <a:p>
            <a:pPr lvl="0" defTabSz="1828434" hangingPunct="1">
              <a:defRPr/>
            </a:pPr>
            <a:r>
              <a:rPr lang="it-IT" sz="900" dirty="0">
                <a:solidFill>
                  <a:srgbClr val="002596"/>
                </a:solidFill>
                <a:latin typeface="+mj-lt"/>
              </a:rPr>
              <a:t>Via </a:t>
            </a:r>
            <a:r>
              <a:rPr lang="it-IT" sz="900" dirty="0" err="1">
                <a:solidFill>
                  <a:srgbClr val="002596"/>
                </a:solidFill>
                <a:latin typeface="+mj-lt"/>
              </a:rPr>
              <a:t>Candini</a:t>
            </a:r>
            <a:r>
              <a:rPr lang="it-IT" sz="900" dirty="0">
                <a:solidFill>
                  <a:srgbClr val="002596"/>
                </a:solidFill>
                <a:latin typeface="+mj-lt"/>
              </a:rPr>
              <a:t>, 2 - 40012 Lippo di Calderara di Reno - Bologna (Italy)</a:t>
            </a:r>
          </a:p>
          <a:p>
            <a:pPr lvl="0" defTabSz="1828434" hangingPunct="1">
              <a:defRPr/>
            </a:pPr>
            <a:r>
              <a:rPr lang="it-IT" sz="900" dirty="0">
                <a:solidFill>
                  <a:srgbClr val="002596"/>
                </a:solidFill>
                <a:latin typeface="+mj-lt"/>
              </a:rPr>
              <a:t>Tel. +39 051 3147011 | Fax +39 051 3147205</a:t>
            </a:r>
          </a:p>
          <a:p>
            <a:pPr lvl="0" defTabSz="1828434" hangingPunct="1">
              <a:defRPr/>
            </a:pPr>
            <a:r>
              <a:rPr lang="it-IT" sz="900" dirty="0">
                <a:solidFill>
                  <a:srgbClr val="002596"/>
                </a:solidFill>
                <a:latin typeface="+mj-lt"/>
              </a:rPr>
              <a:t>corporate@datalogic.com</a:t>
            </a:r>
          </a:p>
          <a:p>
            <a:pPr lvl="0" defTabSz="1828434" hangingPunct="1">
              <a:defRPr/>
            </a:pPr>
            <a:r>
              <a:rPr lang="it-IT" sz="900" dirty="0">
                <a:solidFill>
                  <a:srgbClr val="002596"/>
                </a:solidFill>
                <a:latin typeface="+mj-lt"/>
              </a:rPr>
              <a:t>www.datalogic.com </a:t>
            </a:r>
            <a:endParaRPr lang="it-IT" sz="900" u="sng" dirty="0">
              <a:solidFill>
                <a:srgbClr val="002596"/>
              </a:solidFill>
              <a:uFill>
                <a:solidFill>
                  <a:srgbClr val="9454C3"/>
                </a:solidFill>
              </a:uFill>
              <a:latin typeface="+mj-lt"/>
              <a:hlinkClick r:id="rId3">
                <a:extLst>
                  <a:ext uri="{A12FA001-AC4F-418D-AE19-62706E023703}">
                    <ahyp:hlinkClr xmlns:ahyp="http://schemas.microsoft.com/office/drawing/2018/hyperlinkcolor" val="tx"/>
                  </a:ext>
                </a:extLst>
              </a:hlinkClick>
            </a:endParaRPr>
          </a:p>
        </p:txBody>
      </p:sp>
      <p:sp>
        <p:nvSpPr>
          <p:cNvPr id="10" name="Text Box 3">
            <a:extLst>
              <a:ext uri="{FF2B5EF4-FFF2-40B4-BE49-F238E27FC236}">
                <a16:creationId xmlns:a16="http://schemas.microsoft.com/office/drawing/2014/main" id="{F3A96E74-287A-4551-9D9D-F380F9CA6160}"/>
              </a:ext>
            </a:extLst>
          </p:cNvPr>
          <p:cNvSpPr txBox="1">
            <a:spLocks noChangeArrowheads="1"/>
          </p:cNvSpPr>
          <p:nvPr userDrawn="1"/>
        </p:nvSpPr>
        <p:spPr bwMode="auto">
          <a:xfrm>
            <a:off x="570224" y="1046926"/>
            <a:ext cx="5672289" cy="1143184"/>
          </a:xfrm>
          <a:prstGeom prst="rect">
            <a:avLst/>
          </a:prstGeom>
          <a:noFill/>
          <a:ln w="9525">
            <a:noFill/>
            <a:miter lim="800000"/>
            <a:headEnd/>
            <a:tailEnd/>
          </a:ln>
        </p:spPr>
        <p:txBody>
          <a:bodyPr wrap="square" lIns="217728" tIns="108864" rIns="217728" bIns="108864">
            <a:spAutoFit/>
          </a:bodyPr>
          <a:lstStyle/>
          <a:p>
            <a:pPr algn="just">
              <a:lnSpc>
                <a:spcPct val="100000"/>
              </a:lnSpc>
              <a:buClr>
                <a:schemeClr val="bg1"/>
              </a:buClr>
              <a:tabLst>
                <a:tab pos="0" algn="l"/>
              </a:tabLst>
            </a:pPr>
            <a:r>
              <a:rPr lang="en-US" sz="6000" b="1" dirty="0">
                <a:solidFill>
                  <a:srgbClr val="002596"/>
                </a:solidFill>
                <a:latin typeface="+mj-lt"/>
                <a:ea typeface="Arial Unicode MS" pitchFamily="34" charset="-128"/>
                <a:cs typeface="Lucida Sans" panose="020B0602040502020204" pitchFamily="34" charset="0"/>
              </a:rPr>
              <a:t>THANK YOU</a:t>
            </a:r>
            <a:endParaRPr lang="en-GB" sz="6000" b="1" dirty="0">
              <a:solidFill>
                <a:srgbClr val="002596"/>
              </a:solidFill>
              <a:latin typeface="+mj-lt"/>
              <a:ea typeface="Arial Unicode MS" pitchFamily="34" charset="-128"/>
              <a:cs typeface="Lucida Sans" panose="020B0602040502020204" pitchFamily="34" charset="0"/>
            </a:endParaRPr>
          </a:p>
        </p:txBody>
      </p:sp>
      <p:pic>
        <p:nvPicPr>
          <p:cNvPr id="15" name="Immagine 14">
            <a:extLst>
              <a:ext uri="{FF2B5EF4-FFF2-40B4-BE49-F238E27FC236}">
                <a16:creationId xmlns:a16="http://schemas.microsoft.com/office/drawing/2014/main" id="{8E048EA3-E7FF-460C-BCCE-F97F1B25F99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92338" y="6541580"/>
            <a:ext cx="1407222" cy="241423"/>
          </a:xfrm>
          <a:prstGeom prst="rect">
            <a:avLst/>
          </a:prstGeom>
        </p:spPr>
      </p:pic>
      <p:cxnSp>
        <p:nvCxnSpPr>
          <p:cNvPr id="19" name="Connettore diritto 18">
            <a:extLst>
              <a:ext uri="{FF2B5EF4-FFF2-40B4-BE49-F238E27FC236}">
                <a16:creationId xmlns:a16="http://schemas.microsoft.com/office/drawing/2014/main" id="{C20935B0-0836-4252-A3CD-A2F1DB55E56C}"/>
              </a:ext>
            </a:extLst>
          </p:cNvPr>
          <p:cNvCxnSpPr>
            <a:cxnSpLocks/>
          </p:cNvCxnSpPr>
          <p:nvPr userDrawn="1"/>
        </p:nvCxnSpPr>
        <p:spPr>
          <a:xfrm>
            <a:off x="733627" y="4263653"/>
            <a:ext cx="5712582" cy="0"/>
          </a:xfrm>
          <a:prstGeom prst="line">
            <a:avLst/>
          </a:prstGeom>
          <a:ln w="19050">
            <a:gradFill flip="none" rotWithShape="1">
              <a:gsLst>
                <a:gs pos="54000">
                  <a:srgbClr val="002596"/>
                </a:gs>
                <a:gs pos="99000">
                  <a:schemeClr val="bg1">
                    <a:alpha val="0"/>
                  </a:schemeClr>
                </a:gs>
              </a:gsLst>
              <a:lin ang="0" scaled="0"/>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3903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11AF013-FFCE-4DCF-8FD1-36177D580F1D}"/>
              </a:ext>
            </a:extLst>
          </p:cNvPr>
          <p:cNvSpPr>
            <a:spLocks noGrp="1"/>
          </p:cNvSpPr>
          <p:nvPr>
            <p:ph type="title"/>
          </p:nvPr>
        </p:nvSpPr>
        <p:spPr>
          <a:xfrm>
            <a:off x="436989" y="64366"/>
            <a:ext cx="11354960" cy="512422"/>
          </a:xfrm>
          <a:prstGeom prst="rect">
            <a:avLst/>
          </a:prstGeom>
        </p:spPr>
        <p:txBody>
          <a:bodyPr vert="horz" lIns="91440" tIns="45720" rIns="91440" bIns="45720" rtlCol="0" anchor="ctr">
            <a:norm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38472D0D-8869-4949-9EFD-180680403B43}"/>
              </a:ext>
            </a:extLst>
          </p:cNvPr>
          <p:cNvSpPr>
            <a:spLocks noGrp="1"/>
          </p:cNvSpPr>
          <p:nvPr>
            <p:ph type="body" idx="1"/>
          </p:nvPr>
        </p:nvSpPr>
        <p:spPr>
          <a:xfrm>
            <a:off x="436989" y="713244"/>
            <a:ext cx="11354960" cy="5502142"/>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MSIPCMContentMarking" descr="{&quot;HashCode&quot;:1863266178,&quot;Placement&quot;:&quot;Footer&quot;,&quot;Top&quot;:519.343,&quot;Left&quot;:401.535126,&quot;SlideWidth&quot;:960,&quot;SlideHeight&quot;:540}">
            <a:extLst>
              <a:ext uri="{FF2B5EF4-FFF2-40B4-BE49-F238E27FC236}">
                <a16:creationId xmlns:a16="http://schemas.microsoft.com/office/drawing/2014/main" id="{3728D2F9-2D38-4E6E-B0FF-0DB361AD4311}"/>
              </a:ext>
            </a:extLst>
          </p:cNvPr>
          <p:cNvSpPr txBox="1"/>
          <p:nvPr userDrawn="1"/>
        </p:nvSpPr>
        <p:spPr>
          <a:xfrm>
            <a:off x="5099496" y="6595656"/>
            <a:ext cx="1993008" cy="262344"/>
          </a:xfrm>
          <a:prstGeom prst="rect">
            <a:avLst/>
          </a:prstGeom>
          <a:noFill/>
        </p:spPr>
        <p:txBody>
          <a:bodyPr vert="horz" wrap="square" lIns="0" tIns="0" rIns="0" bIns="0" rtlCol="0" anchor="ctr" anchorCtr="1">
            <a:spAutoFit/>
          </a:bodyPr>
          <a:lstStyle/>
          <a:p>
            <a:pPr algn="ctr">
              <a:spcBef>
                <a:spcPts val="0"/>
              </a:spcBef>
              <a:spcAft>
                <a:spcPts val="0"/>
              </a:spcAft>
            </a:pPr>
            <a:r>
              <a:rPr lang="it-IT" sz="1000">
                <a:solidFill>
                  <a:srgbClr val="0000FF"/>
                </a:solidFill>
                <a:latin typeface="Calibri" panose="020F0502020204030204" pitchFamily="34" charset="0"/>
              </a:rPr>
              <a:t>INTERNAL Datalogic Confidential</a:t>
            </a:r>
          </a:p>
        </p:txBody>
      </p:sp>
    </p:spTree>
    <p:extLst>
      <p:ext uri="{BB962C8B-B14F-4D97-AF65-F5344CB8AC3E}">
        <p14:creationId xmlns:p14="http://schemas.microsoft.com/office/powerpoint/2010/main" val="1362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914400" rtl="0" eaLnBrk="1" latinLnBrk="0" hangingPunct="1">
        <a:lnSpc>
          <a:spcPct val="90000"/>
        </a:lnSpc>
        <a:spcBef>
          <a:spcPct val="0"/>
        </a:spcBef>
        <a:buNone/>
        <a:defRPr lang="it-IT" sz="3000" b="1" kern="1200" dirty="0" smtClean="0">
          <a:solidFill>
            <a:srgbClr val="00259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rgbClr val="3333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localhost:9000/do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ctrTitle"/>
          </p:nvPr>
        </p:nvSpPr>
        <p:spPr>
          <a:xfrm>
            <a:off x="2827867" y="1122363"/>
            <a:ext cx="8783108" cy="2387600"/>
          </a:xfrm>
        </p:spPr>
        <p:txBody>
          <a:bodyPr/>
          <a:lstStyle/>
          <a:p>
            <a:r>
              <a:rPr lang="it-IT" dirty="0"/>
              <a:t>Aladdin SDS Daisy Chain </a:t>
            </a:r>
            <a:r>
              <a:rPr lang="it-IT" dirty="0" err="1"/>
              <a:t>Introduction</a:t>
            </a:r>
            <a:endParaRPr lang="it-IT" dirty="0"/>
          </a:p>
        </p:txBody>
      </p:sp>
      <p:sp>
        <p:nvSpPr>
          <p:cNvPr id="5" name="Title 1">
            <a:extLst>
              <a:ext uri="{FF2B5EF4-FFF2-40B4-BE49-F238E27FC236}">
                <a16:creationId xmlns:a16="http://schemas.microsoft.com/office/drawing/2014/main" id="{350C392D-E1EE-4994-9C46-AA743ACEF8C3}"/>
              </a:ext>
            </a:extLst>
          </p:cNvPr>
          <p:cNvSpPr txBox="1">
            <a:spLocks/>
          </p:cNvSpPr>
          <p:nvPr/>
        </p:nvSpPr>
        <p:spPr>
          <a:xfrm>
            <a:off x="4832059" y="3737781"/>
            <a:ext cx="6778916" cy="1634319"/>
          </a:xfrm>
          <a:prstGeom prst="rect">
            <a:avLst/>
          </a:prstGeom>
        </p:spPr>
        <p:txBody>
          <a:bodyPr vert="horz" lIns="217728" tIns="108864" rIns="217728" bIns="108864" rtlCol="0" anchor="b">
            <a:noAutofit/>
          </a:bodyPr>
          <a:lstStyle>
            <a:lvl1pPr algn="r" defTabSz="2177278" rtl="0" eaLnBrk="1" latinLnBrk="0" hangingPunct="1">
              <a:lnSpc>
                <a:spcPct val="80000"/>
              </a:lnSpc>
              <a:spcBef>
                <a:spcPct val="0"/>
              </a:spcBef>
              <a:buNone/>
              <a:defRPr sz="14000" b="1" kern="1200" baseline="0">
                <a:solidFill>
                  <a:srgbClr val="002596"/>
                </a:solidFill>
                <a:latin typeface="+mj-lt"/>
                <a:ea typeface="+mj-ea"/>
                <a:cs typeface="Lucida Sans"/>
              </a:defRPr>
            </a:lvl1pPr>
          </a:lstStyle>
          <a:p>
            <a:r>
              <a:rPr lang="en-US" sz="3600" cap="all" dirty="0" err="1">
                <a:solidFill>
                  <a:srgbClr val="333333"/>
                </a:solidFill>
              </a:rPr>
              <a:t>APril</a:t>
            </a:r>
            <a:r>
              <a:rPr lang="en-US" sz="3600" cap="all" dirty="0">
                <a:solidFill>
                  <a:srgbClr val="333333"/>
                </a:solidFill>
              </a:rPr>
              <a:t> 2026,</a:t>
            </a:r>
          </a:p>
          <a:p>
            <a:r>
              <a:rPr lang="en-US" sz="3600" cap="all" dirty="0">
                <a:solidFill>
                  <a:srgbClr val="333333"/>
                </a:solidFill>
              </a:rPr>
              <a:t>Ho chi </a:t>
            </a:r>
            <a:r>
              <a:rPr lang="en-US" sz="3600" cap="all" dirty="0" err="1">
                <a:solidFill>
                  <a:srgbClr val="333333"/>
                </a:solidFill>
              </a:rPr>
              <a:t>minh</a:t>
            </a:r>
            <a:r>
              <a:rPr lang="en-US" sz="3600" cap="all" dirty="0">
                <a:solidFill>
                  <a:srgbClr val="333333"/>
                </a:solidFill>
              </a:rPr>
              <a:t> </a:t>
            </a:r>
            <a:r>
              <a:rPr lang="en-US" sz="3600" cap="all" dirty="0" err="1">
                <a:solidFill>
                  <a:srgbClr val="333333"/>
                </a:solidFill>
              </a:rPr>
              <a:t>CiTY</a:t>
            </a:r>
            <a:endParaRPr lang="en-US" sz="3600" cap="all" dirty="0">
              <a:solidFill>
                <a:srgbClr val="333333"/>
              </a:solidFill>
            </a:endParaRPr>
          </a:p>
          <a:p>
            <a:r>
              <a:rPr lang="en-US" sz="2000" cap="all" dirty="0">
                <a:solidFill>
                  <a:srgbClr val="333333"/>
                </a:solidFill>
              </a:rPr>
              <a:t>Khai </a:t>
            </a:r>
            <a:r>
              <a:rPr lang="en-US" sz="2000" cap="all" dirty="0" err="1">
                <a:solidFill>
                  <a:srgbClr val="333333"/>
                </a:solidFill>
              </a:rPr>
              <a:t>tran</a:t>
            </a:r>
            <a:endParaRPr lang="en-US" sz="3600" cap="all" dirty="0">
              <a:solidFill>
                <a:srgbClr val="333333"/>
              </a:solidFill>
            </a:endParaRPr>
          </a:p>
        </p:txBody>
      </p:sp>
    </p:spTree>
    <p:extLst>
      <p:ext uri="{BB962C8B-B14F-4D97-AF65-F5344CB8AC3E}">
        <p14:creationId xmlns:p14="http://schemas.microsoft.com/office/powerpoint/2010/main" val="2871751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5F2D-26EF-C99E-76F8-9D3D8349BC3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BDC02FB-FD8B-0A78-E72E-5BEEE59A1964}"/>
              </a:ext>
            </a:extLst>
          </p:cNvPr>
          <p:cNvSpPr>
            <a:spLocks noGrp="1"/>
          </p:cNvSpPr>
          <p:nvPr>
            <p:ph idx="1"/>
          </p:nvPr>
        </p:nvSpPr>
        <p:spPr/>
        <p:txBody>
          <a:bodyPr/>
          <a:lstStyle/>
          <a:p>
            <a:pPr marL="457200" indent="-457200">
              <a:lnSpc>
                <a:spcPct val="150000"/>
              </a:lnSpc>
              <a:buFont typeface="+mj-lt"/>
              <a:buAutoNum type="arabicPeriod"/>
            </a:pPr>
            <a:r>
              <a:rPr lang="en-US" dirty="0"/>
              <a:t>How to see daisy chain devices on DL Connect website</a:t>
            </a:r>
          </a:p>
          <a:p>
            <a:pPr marL="457200" indent="-457200">
              <a:lnSpc>
                <a:spcPct val="150000"/>
              </a:lnSpc>
              <a:buFont typeface="+mj-lt"/>
              <a:buAutoNum type="arabicPeriod"/>
            </a:pPr>
            <a:r>
              <a:rPr lang="en-US" dirty="0"/>
              <a:t>How to update firmware/configuration for the HHS gun attached to FRS device</a:t>
            </a:r>
          </a:p>
        </p:txBody>
      </p:sp>
    </p:spTree>
    <p:extLst>
      <p:ext uri="{BB962C8B-B14F-4D97-AF65-F5344CB8AC3E}">
        <p14:creationId xmlns:p14="http://schemas.microsoft.com/office/powerpoint/2010/main" val="334959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C6D7-3404-1841-65D4-1BF05EE3C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F73ED-B33C-1887-FBD1-21563CC912BB}"/>
              </a:ext>
            </a:extLst>
          </p:cNvPr>
          <p:cNvSpPr>
            <a:spLocks noGrp="1"/>
          </p:cNvSpPr>
          <p:nvPr>
            <p:ph type="title"/>
          </p:nvPr>
        </p:nvSpPr>
        <p:spPr/>
        <p:txBody>
          <a:bodyPr/>
          <a:lstStyle/>
          <a:p>
            <a:r>
              <a:rPr lang="en-US" dirty="0">
                <a:solidFill>
                  <a:srgbClr val="FF0000"/>
                </a:solidFill>
              </a:rPr>
              <a:t>Caution</a:t>
            </a:r>
            <a:r>
              <a:rPr lang="en-US" dirty="0"/>
              <a:t> </a:t>
            </a:r>
          </a:p>
        </p:txBody>
      </p:sp>
      <p:sp>
        <p:nvSpPr>
          <p:cNvPr id="3" name="Content Placeholder 2">
            <a:extLst>
              <a:ext uri="{FF2B5EF4-FFF2-40B4-BE49-F238E27FC236}">
                <a16:creationId xmlns:a16="http://schemas.microsoft.com/office/drawing/2014/main" id="{38FCCFA5-02ED-B6C8-E65B-12D7FEBE48D4}"/>
              </a:ext>
            </a:extLst>
          </p:cNvPr>
          <p:cNvSpPr>
            <a:spLocks noGrp="1"/>
          </p:cNvSpPr>
          <p:nvPr>
            <p:ph idx="1"/>
          </p:nvPr>
        </p:nvSpPr>
        <p:spPr/>
        <p:txBody>
          <a:bodyPr/>
          <a:lstStyle/>
          <a:p>
            <a:pPr marL="0" indent="0">
              <a:lnSpc>
                <a:spcPct val="150000"/>
              </a:lnSpc>
              <a:buNone/>
            </a:pPr>
            <a:r>
              <a:rPr lang="en-US" dirty="0"/>
              <a:t>From Aladdin SDS version 1.2.1, to use the Daisy Chain feature, you must ensure that the </a:t>
            </a:r>
            <a:r>
              <a:rPr lang="en-US" b="1" dirty="0">
                <a:solidFill>
                  <a:srgbClr val="FF0000"/>
                </a:solidFill>
              </a:rPr>
              <a:t>HOST port</a:t>
            </a:r>
            <a:r>
              <a:rPr lang="en-US" dirty="0">
                <a:solidFill>
                  <a:srgbClr val="FF0000"/>
                </a:solidFill>
              </a:rPr>
              <a:t> </a:t>
            </a:r>
            <a:r>
              <a:rPr lang="en-US" dirty="0"/>
              <a:t>of the FRS device is free (not used by any other software or POS system), as all daisy chain commands are currently supported only on the </a:t>
            </a:r>
            <a:r>
              <a:rPr lang="en-US" dirty="0">
                <a:solidFill>
                  <a:srgbClr val="FF0000"/>
                </a:solidFill>
              </a:rPr>
              <a:t>HOST port</a:t>
            </a:r>
            <a:r>
              <a:rPr lang="en-US" dirty="0"/>
              <a:t>.</a:t>
            </a:r>
            <a:br>
              <a:rPr lang="en-US" dirty="0"/>
            </a:br>
            <a:r>
              <a:rPr lang="en-US" dirty="0"/>
              <a:t>If only the </a:t>
            </a:r>
            <a:r>
              <a:rPr lang="en-US" b="1" dirty="0">
                <a:solidFill>
                  <a:srgbClr val="FF0000"/>
                </a:solidFill>
              </a:rPr>
              <a:t>SERVICE port</a:t>
            </a:r>
            <a:r>
              <a:rPr lang="en-US" dirty="0">
                <a:solidFill>
                  <a:srgbClr val="FF0000"/>
                </a:solidFill>
              </a:rPr>
              <a:t> </a:t>
            </a:r>
            <a:r>
              <a:rPr lang="en-US" dirty="0"/>
              <a:t>is available on the FRS device, this feature will not work.</a:t>
            </a:r>
          </a:p>
        </p:txBody>
      </p:sp>
    </p:spTree>
    <p:extLst>
      <p:ext uri="{BB962C8B-B14F-4D97-AF65-F5344CB8AC3E}">
        <p14:creationId xmlns:p14="http://schemas.microsoft.com/office/powerpoint/2010/main" val="209625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p:txBody>
          <a:bodyPr/>
          <a:lstStyle/>
          <a:p>
            <a:r>
              <a:rPr lang="en-US"/>
              <a:t>1. How to see daisy chain devices on DL Connect website</a:t>
            </a:r>
            <a:endParaRPr lang="it-IT" dirty="0"/>
          </a:p>
        </p:txBody>
      </p:sp>
      <p:sp>
        <p:nvSpPr>
          <p:cNvPr id="3" name="Content Placeholder 2">
            <a:extLst>
              <a:ext uri="{FF2B5EF4-FFF2-40B4-BE49-F238E27FC236}">
                <a16:creationId xmlns:a16="http://schemas.microsoft.com/office/drawing/2014/main" id="{3A4F4ACA-DBEA-EAE6-2935-D3B88F72D05A}"/>
              </a:ext>
            </a:extLst>
          </p:cNvPr>
          <p:cNvSpPr>
            <a:spLocks noGrp="1"/>
          </p:cNvSpPr>
          <p:nvPr>
            <p:ph idx="1"/>
          </p:nvPr>
        </p:nvSpPr>
        <p:spPr>
          <a:xfrm>
            <a:off x="6653348" y="1506108"/>
            <a:ext cx="5012266" cy="782624"/>
          </a:xfrm>
        </p:spPr>
        <p:txBody>
          <a:bodyPr>
            <a:normAutofit/>
          </a:bodyPr>
          <a:lstStyle/>
          <a:p>
            <a:pPr marL="0" indent="0">
              <a:buNone/>
            </a:pPr>
            <a:r>
              <a:rPr lang="en-US" sz="2000" dirty="0"/>
              <a:t>I have installed a </a:t>
            </a:r>
            <a:r>
              <a:rPr lang="en-US" sz="2000" dirty="0" err="1"/>
              <a:t>QuickScan</a:t>
            </a:r>
            <a:r>
              <a:rPr lang="en-US" sz="2000" dirty="0"/>
              <a:t> device plugin on a Fresco device.</a:t>
            </a:r>
          </a:p>
          <a:p>
            <a:pPr marL="0" indent="0">
              <a:buNone/>
            </a:pPr>
            <a:endParaRPr lang="en-US" sz="2000" dirty="0"/>
          </a:p>
        </p:txBody>
      </p:sp>
      <p:pic>
        <p:nvPicPr>
          <p:cNvPr id="7" name="Picture 6" descr="A hand holding a barcode scanner&#10;&#10;AI-generated content may be incorrect.">
            <a:extLst>
              <a:ext uri="{FF2B5EF4-FFF2-40B4-BE49-F238E27FC236}">
                <a16:creationId xmlns:a16="http://schemas.microsoft.com/office/drawing/2014/main" id="{308F55E0-65CE-F4DB-8049-24DE13EEBF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048" y="1506108"/>
            <a:ext cx="5564018" cy="4173013"/>
          </a:xfrm>
          <a:prstGeom prst="rect">
            <a:avLst/>
          </a:prstGeom>
        </p:spPr>
      </p:pic>
      <p:graphicFrame>
        <p:nvGraphicFramePr>
          <p:cNvPr id="4" name="Table 3">
            <a:extLst>
              <a:ext uri="{FF2B5EF4-FFF2-40B4-BE49-F238E27FC236}">
                <a16:creationId xmlns:a16="http://schemas.microsoft.com/office/drawing/2014/main" id="{F6480A58-B1A2-654B-6AA6-1085E056E436}"/>
              </a:ext>
            </a:extLst>
          </p:cNvPr>
          <p:cNvGraphicFramePr>
            <a:graphicFrameLocks noGrp="1"/>
          </p:cNvGraphicFramePr>
          <p:nvPr>
            <p:extLst>
              <p:ext uri="{D42A27DB-BD31-4B8C-83A1-F6EECF244321}">
                <p14:modId xmlns:p14="http://schemas.microsoft.com/office/powerpoint/2010/main" val="1874606128"/>
              </p:ext>
            </p:extLst>
          </p:nvPr>
        </p:nvGraphicFramePr>
        <p:xfrm>
          <a:off x="6653348" y="2480889"/>
          <a:ext cx="5138601" cy="1237671"/>
        </p:xfrm>
        <a:graphic>
          <a:graphicData uri="http://schemas.openxmlformats.org/drawingml/2006/table">
            <a:tbl>
              <a:tblPr firstRow="1" bandRow="1">
                <a:tableStyleId>{5C22544A-7EE6-4342-B048-85BDC9FD1C3A}</a:tableStyleId>
              </a:tblPr>
              <a:tblGrid>
                <a:gridCol w="1712867">
                  <a:extLst>
                    <a:ext uri="{9D8B030D-6E8A-4147-A177-3AD203B41FA5}">
                      <a16:colId xmlns:a16="http://schemas.microsoft.com/office/drawing/2014/main" val="2864908586"/>
                    </a:ext>
                  </a:extLst>
                </a:gridCol>
                <a:gridCol w="1712867">
                  <a:extLst>
                    <a:ext uri="{9D8B030D-6E8A-4147-A177-3AD203B41FA5}">
                      <a16:colId xmlns:a16="http://schemas.microsoft.com/office/drawing/2014/main" val="3344216399"/>
                    </a:ext>
                  </a:extLst>
                </a:gridCol>
                <a:gridCol w="1712867">
                  <a:extLst>
                    <a:ext uri="{9D8B030D-6E8A-4147-A177-3AD203B41FA5}">
                      <a16:colId xmlns:a16="http://schemas.microsoft.com/office/drawing/2014/main" val="4076018615"/>
                    </a:ext>
                  </a:extLst>
                </a:gridCol>
              </a:tblGrid>
              <a:tr h="558524">
                <a:tc>
                  <a:txBody>
                    <a:bodyPr/>
                    <a:lstStyle/>
                    <a:p>
                      <a:pPr algn="ctr"/>
                      <a:endParaRPr lang="en-US" dirty="0"/>
                    </a:p>
                  </a:txBody>
                  <a:tcPr anchor="ctr"/>
                </a:tc>
                <a:tc>
                  <a:txBody>
                    <a:bodyPr/>
                    <a:lstStyle/>
                    <a:p>
                      <a:pPr algn="ctr"/>
                      <a:r>
                        <a:rPr lang="en-US" dirty="0"/>
                        <a:t>FRS</a:t>
                      </a:r>
                    </a:p>
                  </a:txBody>
                  <a:tcPr anchor="ctr"/>
                </a:tc>
                <a:tc>
                  <a:txBody>
                    <a:bodyPr/>
                    <a:lstStyle/>
                    <a:p>
                      <a:pPr algn="ctr"/>
                      <a:r>
                        <a:rPr lang="en-US" dirty="0"/>
                        <a:t>HHS</a:t>
                      </a:r>
                    </a:p>
                  </a:txBody>
                  <a:tcPr anchor="ctr"/>
                </a:tc>
                <a:extLst>
                  <a:ext uri="{0D108BD9-81ED-4DB2-BD59-A6C34878D82A}">
                    <a16:rowId xmlns:a16="http://schemas.microsoft.com/office/drawing/2014/main" val="466648767"/>
                  </a:ext>
                </a:extLst>
              </a:tr>
              <a:tr h="679147">
                <a:tc>
                  <a:txBody>
                    <a:bodyPr/>
                    <a:lstStyle/>
                    <a:p>
                      <a:pPr algn="ctr"/>
                      <a:r>
                        <a:rPr lang="en-US" dirty="0"/>
                        <a:t>Interface</a:t>
                      </a:r>
                    </a:p>
                  </a:txBody>
                  <a:tcPr anchor="ctr"/>
                </a:tc>
                <a:tc>
                  <a:txBody>
                    <a:bodyPr/>
                    <a:lstStyle/>
                    <a:p>
                      <a:pPr algn="ctr"/>
                      <a:r>
                        <a:rPr lang="en-US" dirty="0"/>
                        <a:t>COM/OEM</a:t>
                      </a:r>
                    </a:p>
                  </a:txBody>
                  <a:tcPr anchor="ctr"/>
                </a:tc>
                <a:tc>
                  <a:txBody>
                    <a:bodyPr/>
                    <a:lstStyle/>
                    <a:p>
                      <a:pPr algn="ctr"/>
                      <a:r>
                        <a:rPr lang="en-US" dirty="0"/>
                        <a:t>COM</a:t>
                      </a:r>
                    </a:p>
                  </a:txBody>
                  <a:tcPr anchor="ctr"/>
                </a:tc>
                <a:extLst>
                  <a:ext uri="{0D108BD9-81ED-4DB2-BD59-A6C34878D82A}">
                    <a16:rowId xmlns:a16="http://schemas.microsoft.com/office/drawing/2014/main" val="3810486608"/>
                  </a:ext>
                </a:extLst>
              </a:tr>
            </a:tbl>
          </a:graphicData>
        </a:graphic>
      </p:graphicFrame>
      <p:sp>
        <p:nvSpPr>
          <p:cNvPr id="6" name="TextBox 5">
            <a:extLst>
              <a:ext uri="{FF2B5EF4-FFF2-40B4-BE49-F238E27FC236}">
                <a16:creationId xmlns:a16="http://schemas.microsoft.com/office/drawing/2014/main" id="{FF0897CC-1886-CA84-3AD9-741787E25619}"/>
              </a:ext>
            </a:extLst>
          </p:cNvPr>
          <p:cNvSpPr txBox="1"/>
          <p:nvPr/>
        </p:nvSpPr>
        <p:spPr>
          <a:xfrm>
            <a:off x="6961682" y="4422333"/>
            <a:ext cx="5012267" cy="1200329"/>
          </a:xfrm>
          <a:prstGeom prst="rect">
            <a:avLst/>
          </a:prstGeom>
          <a:noFill/>
        </p:spPr>
        <p:txBody>
          <a:bodyPr wrap="square">
            <a:spAutoFit/>
          </a:bodyPr>
          <a:lstStyle/>
          <a:p>
            <a:r>
              <a:rPr lang="en-US" b="1" dirty="0">
                <a:solidFill>
                  <a:srgbClr val="FF0000"/>
                </a:solidFill>
              </a:rPr>
              <a:t>Caution:</a:t>
            </a:r>
            <a:r>
              <a:rPr lang="en-US" dirty="0">
                <a:solidFill>
                  <a:srgbClr val="FF0000"/>
                </a:solidFill>
              </a:rPr>
              <a:t> The HHS device interface must be USB-COM. The FRS device interface must be USB-COM or OEM, and the host port of the FRS device must not be used by any other application.</a:t>
            </a:r>
          </a:p>
        </p:txBody>
      </p:sp>
    </p:spTree>
    <p:extLst>
      <p:ext uri="{BB962C8B-B14F-4D97-AF65-F5344CB8AC3E}">
        <p14:creationId xmlns:p14="http://schemas.microsoft.com/office/powerpoint/2010/main" val="2246749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0057-430B-2566-0CA1-1287C925F87E}"/>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15177658-0AF3-3BD2-42FB-65B35D1CD10E}"/>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14BAEE63-C299-980B-C60A-D9124A038D51}"/>
              </a:ext>
            </a:extLst>
          </p:cNvPr>
          <p:cNvSpPr>
            <a:spLocks noChangeAspect="1" noChangeArrowheads="1"/>
          </p:cNvSpPr>
          <p:nvPr/>
        </p:nvSpPr>
        <p:spPr bwMode="auto">
          <a:xfrm>
            <a:off x="5147136"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CA19AAA5-84A5-68AF-D619-C192EC26460B}"/>
              </a:ext>
            </a:extLst>
          </p:cNvPr>
          <p:cNvPicPr>
            <a:picLocks noChangeAspect="1"/>
          </p:cNvPicPr>
          <p:nvPr/>
        </p:nvPicPr>
        <p:blipFill>
          <a:blip r:embed="rId3"/>
          <a:stretch>
            <a:fillRect/>
          </a:stretch>
        </p:blipFill>
        <p:spPr>
          <a:xfrm>
            <a:off x="860193" y="787400"/>
            <a:ext cx="4545054" cy="5283199"/>
          </a:xfrm>
          <a:prstGeom prst="rect">
            <a:avLst/>
          </a:prstGeom>
        </p:spPr>
      </p:pic>
      <p:sp>
        <p:nvSpPr>
          <p:cNvPr id="4" name="TextBox 3">
            <a:extLst>
              <a:ext uri="{FF2B5EF4-FFF2-40B4-BE49-F238E27FC236}">
                <a16:creationId xmlns:a16="http://schemas.microsoft.com/office/drawing/2014/main" id="{4B2D6CB2-E49B-CBF9-10DA-776A32E0A739}"/>
              </a:ext>
            </a:extLst>
          </p:cNvPr>
          <p:cNvSpPr txBox="1"/>
          <p:nvPr/>
        </p:nvSpPr>
        <p:spPr>
          <a:xfrm>
            <a:off x="5918201" y="973666"/>
            <a:ext cx="5266832" cy="1754326"/>
          </a:xfrm>
          <a:prstGeom prst="rect">
            <a:avLst/>
          </a:prstGeom>
          <a:noFill/>
        </p:spPr>
        <p:txBody>
          <a:bodyPr wrap="square">
            <a:spAutoFit/>
          </a:bodyPr>
          <a:lstStyle/>
          <a:p>
            <a:pPr marL="285750" indent="-285750">
              <a:buFont typeface="Arial" panose="020B0604020202020204" pitchFamily="34" charset="0"/>
              <a:buChar char="•"/>
            </a:pPr>
            <a:r>
              <a:rPr lang="en-US" dirty="0"/>
              <a:t>To check if Aladdin SDS is working, open your browser and go to </a:t>
            </a:r>
            <a:r>
              <a:rPr lang="en-US" b="1" dirty="0">
                <a:hlinkClick r:id="rId4"/>
              </a:rPr>
              <a:t>http://localhost:9000/docs</a:t>
            </a:r>
            <a:endParaRPr lang="en-US" b="1" dirty="0"/>
          </a:p>
          <a:p>
            <a:endParaRPr lang="en-US" b="1" dirty="0"/>
          </a:p>
          <a:p>
            <a:pPr marL="285750" indent="-285750">
              <a:buFont typeface="Arial" panose="020B0604020202020204" pitchFamily="34" charset="0"/>
              <a:buChar char="•"/>
            </a:pPr>
            <a:r>
              <a:rPr lang="en-US" dirty="0"/>
              <a:t>Next, we need to ensure that Aladdin SDS is connected to IoT Edge. Please follow the steps below.</a:t>
            </a:r>
          </a:p>
        </p:txBody>
      </p:sp>
    </p:spTree>
    <p:extLst>
      <p:ext uri="{BB962C8B-B14F-4D97-AF65-F5344CB8AC3E}">
        <p14:creationId xmlns:p14="http://schemas.microsoft.com/office/powerpoint/2010/main" val="280746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E6739-E399-4ECA-C408-4350D06B3D58}"/>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5C5F3B1B-5242-9484-745A-5CA48B67669C}"/>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4B088E7B-1C38-B1E2-6449-D638B525B4B3}"/>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E08F3194-A699-8218-FF19-E76F47C7AA77}"/>
              </a:ext>
            </a:extLst>
          </p:cNvPr>
          <p:cNvPicPr>
            <a:picLocks noChangeAspect="1"/>
          </p:cNvPicPr>
          <p:nvPr/>
        </p:nvPicPr>
        <p:blipFill>
          <a:blip r:embed="rId3"/>
          <a:stretch>
            <a:fillRect/>
          </a:stretch>
        </p:blipFill>
        <p:spPr>
          <a:xfrm>
            <a:off x="198670" y="972324"/>
            <a:ext cx="11755011" cy="1480792"/>
          </a:xfrm>
          <a:prstGeom prst="rect">
            <a:avLst/>
          </a:prstGeom>
        </p:spPr>
      </p:pic>
      <p:pic>
        <p:nvPicPr>
          <p:cNvPr id="6" name="Picture 5">
            <a:extLst>
              <a:ext uri="{FF2B5EF4-FFF2-40B4-BE49-F238E27FC236}">
                <a16:creationId xmlns:a16="http://schemas.microsoft.com/office/drawing/2014/main" id="{6128D0F8-C299-06D7-57E3-22310EB826D0}"/>
              </a:ext>
            </a:extLst>
          </p:cNvPr>
          <p:cNvPicPr>
            <a:picLocks noChangeAspect="1"/>
          </p:cNvPicPr>
          <p:nvPr/>
        </p:nvPicPr>
        <p:blipFill>
          <a:blip r:embed="rId4"/>
          <a:stretch>
            <a:fillRect/>
          </a:stretch>
        </p:blipFill>
        <p:spPr>
          <a:xfrm>
            <a:off x="109963" y="2417601"/>
            <a:ext cx="8745170" cy="3810532"/>
          </a:xfrm>
          <a:prstGeom prst="rect">
            <a:avLst/>
          </a:prstGeom>
        </p:spPr>
      </p:pic>
      <p:sp>
        <p:nvSpPr>
          <p:cNvPr id="5" name="TextBox 4">
            <a:extLst>
              <a:ext uri="{FF2B5EF4-FFF2-40B4-BE49-F238E27FC236}">
                <a16:creationId xmlns:a16="http://schemas.microsoft.com/office/drawing/2014/main" id="{42AC882D-E215-4784-31B4-0734462884FF}"/>
              </a:ext>
            </a:extLst>
          </p:cNvPr>
          <p:cNvSpPr txBox="1"/>
          <p:nvPr/>
        </p:nvSpPr>
        <p:spPr>
          <a:xfrm>
            <a:off x="198670" y="572132"/>
            <a:ext cx="11593279" cy="369332"/>
          </a:xfrm>
          <a:prstGeom prst="rect">
            <a:avLst/>
          </a:prstGeom>
          <a:noFill/>
        </p:spPr>
        <p:txBody>
          <a:bodyPr wrap="square">
            <a:spAutoFit/>
          </a:bodyPr>
          <a:lstStyle/>
          <a:p>
            <a:r>
              <a:rPr lang="en-US" dirty="0"/>
              <a:t>To connect to IoT Edge, SDS must be configured with the correct Edge IP. First, check the current Edge IP configured in SDS.</a:t>
            </a:r>
          </a:p>
        </p:txBody>
      </p:sp>
      <p:sp>
        <p:nvSpPr>
          <p:cNvPr id="7" name="Rectangle: Rounded Corners 6">
            <a:extLst>
              <a:ext uri="{FF2B5EF4-FFF2-40B4-BE49-F238E27FC236}">
                <a16:creationId xmlns:a16="http://schemas.microsoft.com/office/drawing/2014/main" id="{D6BC5781-C319-0136-757E-60C46AFFE6CA}"/>
              </a:ext>
            </a:extLst>
          </p:cNvPr>
          <p:cNvSpPr/>
          <p:nvPr/>
        </p:nvSpPr>
        <p:spPr>
          <a:xfrm>
            <a:off x="10312399" y="1885331"/>
            <a:ext cx="1763999" cy="68006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C82B2A3-8F57-211A-96B5-49E065984A6C}"/>
              </a:ext>
            </a:extLst>
          </p:cNvPr>
          <p:cNvSpPr txBox="1"/>
          <p:nvPr/>
        </p:nvSpPr>
        <p:spPr>
          <a:xfrm>
            <a:off x="8882639" y="3181457"/>
            <a:ext cx="3193759" cy="369332"/>
          </a:xfrm>
          <a:prstGeom prst="rect">
            <a:avLst/>
          </a:prstGeom>
          <a:noFill/>
        </p:spPr>
        <p:txBody>
          <a:bodyPr wrap="none" rtlCol="0">
            <a:spAutoFit/>
          </a:bodyPr>
          <a:lstStyle/>
          <a:p>
            <a:r>
              <a:rPr lang="en-US" dirty="0"/>
              <a:t>Under /config API click </a:t>
            </a:r>
            <a:r>
              <a:rPr lang="en-US" dirty="0">
                <a:highlight>
                  <a:srgbClr val="FFFF00"/>
                </a:highlight>
              </a:rPr>
              <a:t>Try it out</a:t>
            </a:r>
          </a:p>
        </p:txBody>
      </p:sp>
      <p:cxnSp>
        <p:nvCxnSpPr>
          <p:cNvPr id="13" name="Straight Arrow Connector 12">
            <a:extLst>
              <a:ext uri="{FF2B5EF4-FFF2-40B4-BE49-F238E27FC236}">
                <a16:creationId xmlns:a16="http://schemas.microsoft.com/office/drawing/2014/main" id="{99A39143-7C72-5066-E0BC-A1B5578FF6E0}"/>
              </a:ext>
            </a:extLst>
          </p:cNvPr>
          <p:cNvCxnSpPr>
            <a:cxnSpLocks/>
            <a:stCxn id="8" idx="0"/>
            <a:endCxn id="7" idx="2"/>
          </p:cNvCxnSpPr>
          <p:nvPr/>
        </p:nvCxnSpPr>
        <p:spPr>
          <a:xfrm flipV="1">
            <a:off x="10479519" y="2565400"/>
            <a:ext cx="714880" cy="616057"/>
          </a:xfrm>
          <a:prstGeom prst="straightConnector1">
            <a:avLst/>
          </a:prstGeom>
          <a:ln w="12700">
            <a:solidFill>
              <a:srgbClr val="333333"/>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942F0DA0-5BA5-EDCD-279D-057D3303FAA4}"/>
              </a:ext>
            </a:extLst>
          </p:cNvPr>
          <p:cNvSpPr/>
          <p:nvPr/>
        </p:nvSpPr>
        <p:spPr>
          <a:xfrm>
            <a:off x="3826932" y="5365131"/>
            <a:ext cx="1763999" cy="68006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729B8FF8-11D8-C80F-0906-6E56F7929E29}"/>
              </a:ext>
            </a:extLst>
          </p:cNvPr>
          <p:cNvCxnSpPr>
            <a:cxnSpLocks/>
          </p:cNvCxnSpPr>
          <p:nvPr/>
        </p:nvCxnSpPr>
        <p:spPr>
          <a:xfrm flipH="1">
            <a:off x="5590931" y="5029200"/>
            <a:ext cx="4492869" cy="675965"/>
          </a:xfrm>
          <a:prstGeom prst="straightConnector1">
            <a:avLst/>
          </a:prstGeom>
          <a:ln w="12700">
            <a:solidFill>
              <a:srgbClr val="333333"/>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78A127C-E7CE-B4CC-4894-C50081D3D73D}"/>
              </a:ext>
            </a:extLst>
          </p:cNvPr>
          <p:cNvSpPr txBox="1"/>
          <p:nvPr/>
        </p:nvSpPr>
        <p:spPr>
          <a:xfrm>
            <a:off x="8998241" y="4586924"/>
            <a:ext cx="1897699" cy="369332"/>
          </a:xfrm>
          <a:prstGeom prst="rect">
            <a:avLst/>
          </a:prstGeom>
          <a:noFill/>
        </p:spPr>
        <p:txBody>
          <a:bodyPr wrap="none" rtlCol="0">
            <a:spAutoFit/>
          </a:bodyPr>
          <a:lstStyle/>
          <a:p>
            <a:r>
              <a:rPr lang="en-US" dirty="0"/>
              <a:t>Then click </a:t>
            </a:r>
            <a:r>
              <a:rPr lang="en-US" dirty="0">
                <a:highlight>
                  <a:srgbClr val="FFFF00"/>
                </a:highlight>
              </a:rPr>
              <a:t>Execute</a:t>
            </a:r>
          </a:p>
        </p:txBody>
      </p:sp>
      <p:sp>
        <p:nvSpPr>
          <p:cNvPr id="3" name="TextBox 2">
            <a:extLst>
              <a:ext uri="{FF2B5EF4-FFF2-40B4-BE49-F238E27FC236}">
                <a16:creationId xmlns:a16="http://schemas.microsoft.com/office/drawing/2014/main" id="{116476F2-3F85-43C8-18C1-DA1D3DA4A642}"/>
              </a:ext>
            </a:extLst>
          </p:cNvPr>
          <p:cNvSpPr txBox="1"/>
          <p:nvPr/>
        </p:nvSpPr>
        <p:spPr>
          <a:xfrm>
            <a:off x="10161556" y="1632309"/>
            <a:ext cx="301686" cy="369332"/>
          </a:xfrm>
          <a:prstGeom prst="rect">
            <a:avLst/>
          </a:prstGeom>
          <a:solidFill>
            <a:srgbClr val="FF0000"/>
          </a:solidFill>
        </p:spPr>
        <p:txBody>
          <a:bodyPr wrap="none" rtlCol="0">
            <a:spAutoFit/>
          </a:bodyPr>
          <a:lstStyle/>
          <a:p>
            <a:r>
              <a:rPr lang="en-US" dirty="0"/>
              <a:t>1</a:t>
            </a:r>
          </a:p>
        </p:txBody>
      </p:sp>
      <p:sp>
        <p:nvSpPr>
          <p:cNvPr id="10" name="TextBox 9">
            <a:extLst>
              <a:ext uri="{FF2B5EF4-FFF2-40B4-BE49-F238E27FC236}">
                <a16:creationId xmlns:a16="http://schemas.microsoft.com/office/drawing/2014/main" id="{ABDD973F-308E-9A47-CE3E-28BE94D29C6B}"/>
              </a:ext>
            </a:extLst>
          </p:cNvPr>
          <p:cNvSpPr txBox="1"/>
          <p:nvPr/>
        </p:nvSpPr>
        <p:spPr>
          <a:xfrm>
            <a:off x="3648583" y="5153440"/>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1239613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ED590-D98A-2C96-2115-96DB65784B3B}"/>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3D320824-ADC8-A18E-EA7C-A97D1309E9C5}"/>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B6046554-0F45-1334-7BEA-82A932CA1A44}"/>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4395FB67-9580-21F0-B4EA-28F42279A784}"/>
              </a:ext>
            </a:extLst>
          </p:cNvPr>
          <p:cNvPicPr>
            <a:picLocks noChangeAspect="1"/>
          </p:cNvPicPr>
          <p:nvPr/>
        </p:nvPicPr>
        <p:blipFill>
          <a:blip r:embed="rId3"/>
          <a:stretch>
            <a:fillRect/>
          </a:stretch>
        </p:blipFill>
        <p:spPr>
          <a:xfrm>
            <a:off x="793577" y="1850359"/>
            <a:ext cx="2476846" cy="1971950"/>
          </a:xfrm>
          <a:prstGeom prst="rect">
            <a:avLst/>
          </a:prstGeom>
        </p:spPr>
      </p:pic>
      <p:sp>
        <p:nvSpPr>
          <p:cNvPr id="3" name="Rectangle: Rounded Corners 2">
            <a:extLst>
              <a:ext uri="{FF2B5EF4-FFF2-40B4-BE49-F238E27FC236}">
                <a16:creationId xmlns:a16="http://schemas.microsoft.com/office/drawing/2014/main" id="{5043C286-DF46-64EB-0365-6DCB246CA3B3}"/>
              </a:ext>
            </a:extLst>
          </p:cNvPr>
          <p:cNvSpPr/>
          <p:nvPr/>
        </p:nvSpPr>
        <p:spPr>
          <a:xfrm>
            <a:off x="737924" y="2325597"/>
            <a:ext cx="2208476" cy="68006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E1D049A4-BD0A-D101-76DE-7ADC8E83CE90}"/>
              </a:ext>
            </a:extLst>
          </p:cNvPr>
          <p:cNvCxnSpPr>
            <a:cxnSpLocks/>
            <a:endCxn id="3" idx="2"/>
          </p:cNvCxnSpPr>
          <p:nvPr/>
        </p:nvCxnSpPr>
        <p:spPr>
          <a:xfrm flipV="1">
            <a:off x="905044" y="3005666"/>
            <a:ext cx="937118" cy="616057"/>
          </a:xfrm>
          <a:prstGeom prst="straightConnector1">
            <a:avLst/>
          </a:prstGeom>
          <a:ln w="127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1FCC264-0D0A-6717-B7F5-9BAF4BEA983D}"/>
              </a:ext>
            </a:extLst>
          </p:cNvPr>
          <p:cNvCxnSpPr>
            <a:cxnSpLocks/>
            <a:endCxn id="3" idx="3"/>
          </p:cNvCxnSpPr>
          <p:nvPr/>
        </p:nvCxnSpPr>
        <p:spPr>
          <a:xfrm flipH="1">
            <a:off x="2946400" y="2665631"/>
            <a:ext cx="1652692"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559C70A-15AB-8092-D88C-AF6BE0CAFA20}"/>
              </a:ext>
            </a:extLst>
          </p:cNvPr>
          <p:cNvSpPr txBox="1"/>
          <p:nvPr/>
        </p:nvSpPr>
        <p:spPr>
          <a:xfrm>
            <a:off x="4751917" y="2325597"/>
            <a:ext cx="6151032" cy="923330"/>
          </a:xfrm>
          <a:prstGeom prst="rect">
            <a:avLst/>
          </a:prstGeom>
          <a:noFill/>
        </p:spPr>
        <p:txBody>
          <a:bodyPr wrap="square">
            <a:spAutoFit/>
          </a:bodyPr>
          <a:lstStyle/>
          <a:p>
            <a:r>
              <a:rPr lang="en-US" dirty="0"/>
              <a:t>If the Edge IP is different from the one you want to connect to, follow the next steps to update it. If it is already correct, no changes are needed.</a:t>
            </a:r>
          </a:p>
        </p:txBody>
      </p:sp>
    </p:spTree>
    <p:extLst>
      <p:ext uri="{BB962C8B-B14F-4D97-AF65-F5344CB8AC3E}">
        <p14:creationId xmlns:p14="http://schemas.microsoft.com/office/powerpoint/2010/main" val="397291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23B1-B524-C32B-0668-A2793B32EA6F}"/>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194DB47B-BF92-800C-907C-049063DEFFA7}"/>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1C22ECAD-54E2-4043-72DC-CD7F70C606E9}"/>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4645C69C-3F16-AB06-8554-057A6850D252}"/>
              </a:ext>
            </a:extLst>
          </p:cNvPr>
          <p:cNvPicPr>
            <a:picLocks noChangeAspect="1"/>
          </p:cNvPicPr>
          <p:nvPr/>
        </p:nvPicPr>
        <p:blipFill>
          <a:blip r:embed="rId3"/>
          <a:stretch>
            <a:fillRect/>
          </a:stretch>
        </p:blipFill>
        <p:spPr>
          <a:xfrm>
            <a:off x="264585" y="565883"/>
            <a:ext cx="11354960" cy="5715330"/>
          </a:xfrm>
          <a:prstGeom prst="rect">
            <a:avLst/>
          </a:prstGeom>
        </p:spPr>
      </p:pic>
      <p:sp>
        <p:nvSpPr>
          <p:cNvPr id="3" name="Rectangle: Rounded Corners 2">
            <a:extLst>
              <a:ext uri="{FF2B5EF4-FFF2-40B4-BE49-F238E27FC236}">
                <a16:creationId xmlns:a16="http://schemas.microsoft.com/office/drawing/2014/main" id="{07936600-E3C9-F590-2C85-A3EC459B5076}"/>
              </a:ext>
            </a:extLst>
          </p:cNvPr>
          <p:cNvSpPr/>
          <p:nvPr/>
        </p:nvSpPr>
        <p:spPr>
          <a:xfrm>
            <a:off x="436989" y="3189197"/>
            <a:ext cx="2704144" cy="90867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B89421E8-1FC7-3124-DB70-3E9266737042}"/>
              </a:ext>
            </a:extLst>
          </p:cNvPr>
          <p:cNvCxnSpPr>
            <a:cxnSpLocks/>
            <a:endCxn id="3" idx="3"/>
          </p:cNvCxnSpPr>
          <p:nvPr/>
        </p:nvCxnSpPr>
        <p:spPr>
          <a:xfrm flipH="1">
            <a:off x="3141133" y="3643532"/>
            <a:ext cx="1168400"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EB93DC3-BB11-1AB3-468C-A5C273956AD1}"/>
              </a:ext>
            </a:extLst>
          </p:cNvPr>
          <p:cNvSpPr txBox="1"/>
          <p:nvPr/>
        </p:nvSpPr>
        <p:spPr>
          <a:xfrm>
            <a:off x="4383020" y="3043367"/>
            <a:ext cx="615103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To update the Edge IP, go to the </a:t>
            </a:r>
            <a:r>
              <a:rPr lang="en-US" b="1" dirty="0"/>
              <a:t>PUT /config</a:t>
            </a:r>
            <a:r>
              <a:rPr lang="en-US" dirty="0"/>
              <a:t> API and click </a:t>
            </a:r>
            <a:r>
              <a:rPr lang="en-US" b="1" dirty="0"/>
              <a:t>“Try it out.”</a:t>
            </a:r>
            <a:r>
              <a:rPr lang="en-US" dirty="0"/>
              <a:t> Then enter the updated value in the text box. The format should remain the same—you only need to change the Edge IP.</a:t>
            </a:r>
            <a:br>
              <a:rPr lang="en-US" dirty="0"/>
            </a:br>
            <a:r>
              <a:rPr lang="en-US" dirty="0"/>
              <a:t>For example, in this case, my Edge IP is </a:t>
            </a:r>
            <a:r>
              <a:rPr lang="en-US" b="1" dirty="0"/>
              <a:t>10.84.30.83</a:t>
            </a:r>
            <a:r>
              <a:rPr lang="en-US" dirty="0"/>
              <a:t>.</a:t>
            </a:r>
          </a:p>
        </p:txBody>
      </p:sp>
      <p:sp>
        <p:nvSpPr>
          <p:cNvPr id="10" name="Rectangle: Rounded Corners 9">
            <a:extLst>
              <a:ext uri="{FF2B5EF4-FFF2-40B4-BE49-F238E27FC236}">
                <a16:creationId xmlns:a16="http://schemas.microsoft.com/office/drawing/2014/main" id="{0D9BC121-A8FA-5703-A72A-F636D7A8916D}"/>
              </a:ext>
            </a:extLst>
          </p:cNvPr>
          <p:cNvSpPr/>
          <p:nvPr/>
        </p:nvSpPr>
        <p:spPr>
          <a:xfrm>
            <a:off x="4589993" y="5599958"/>
            <a:ext cx="2704144" cy="7744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1604EC4E-3694-82AF-5643-50B3A58B7183}"/>
              </a:ext>
            </a:extLst>
          </p:cNvPr>
          <p:cNvCxnSpPr>
            <a:cxnSpLocks/>
          </p:cNvCxnSpPr>
          <p:nvPr/>
        </p:nvCxnSpPr>
        <p:spPr>
          <a:xfrm flipH="1">
            <a:off x="5977467" y="4961467"/>
            <a:ext cx="1024466" cy="62758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AAB06A5-BAEC-6E65-327C-A1A5F9DB14CC}"/>
              </a:ext>
            </a:extLst>
          </p:cNvPr>
          <p:cNvSpPr txBox="1"/>
          <p:nvPr/>
        </p:nvSpPr>
        <p:spPr>
          <a:xfrm>
            <a:off x="6230392" y="4547043"/>
            <a:ext cx="209234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Then click </a:t>
            </a:r>
            <a:r>
              <a:rPr lang="en-US" dirty="0">
                <a:highlight>
                  <a:srgbClr val="FFFF00"/>
                </a:highlight>
              </a:rPr>
              <a:t>Execute</a:t>
            </a:r>
          </a:p>
        </p:txBody>
      </p:sp>
      <p:sp>
        <p:nvSpPr>
          <p:cNvPr id="6" name="TextBox 5">
            <a:extLst>
              <a:ext uri="{FF2B5EF4-FFF2-40B4-BE49-F238E27FC236}">
                <a16:creationId xmlns:a16="http://schemas.microsoft.com/office/drawing/2014/main" id="{06ADD30D-2C59-1764-4E68-7B454A059063}"/>
              </a:ext>
            </a:extLst>
          </p:cNvPr>
          <p:cNvSpPr txBox="1"/>
          <p:nvPr/>
        </p:nvSpPr>
        <p:spPr>
          <a:xfrm>
            <a:off x="286146" y="3004531"/>
            <a:ext cx="301686" cy="369332"/>
          </a:xfrm>
          <a:prstGeom prst="rect">
            <a:avLst/>
          </a:prstGeom>
          <a:solidFill>
            <a:srgbClr val="FF0000"/>
          </a:solidFill>
        </p:spPr>
        <p:txBody>
          <a:bodyPr wrap="none" rtlCol="0">
            <a:spAutoFit/>
          </a:bodyPr>
          <a:lstStyle/>
          <a:p>
            <a:r>
              <a:rPr lang="en-US" dirty="0"/>
              <a:t>1</a:t>
            </a:r>
          </a:p>
        </p:txBody>
      </p:sp>
      <p:sp>
        <p:nvSpPr>
          <p:cNvPr id="7" name="TextBox 6">
            <a:extLst>
              <a:ext uri="{FF2B5EF4-FFF2-40B4-BE49-F238E27FC236}">
                <a16:creationId xmlns:a16="http://schemas.microsoft.com/office/drawing/2014/main" id="{DDE7B1B4-ED27-3F6D-D1AF-864D423DDAD6}"/>
              </a:ext>
            </a:extLst>
          </p:cNvPr>
          <p:cNvSpPr txBox="1"/>
          <p:nvPr/>
        </p:nvSpPr>
        <p:spPr>
          <a:xfrm>
            <a:off x="4439150" y="5450998"/>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1211257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2B838-6377-4F9A-C7BD-46314FFE0D1C}"/>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3365D4FF-F21D-1523-9A41-E9FDA42B57A3}"/>
              </a:ext>
            </a:extLst>
          </p:cNvPr>
          <p:cNvSpPr>
            <a:spLocks noGrp="1"/>
          </p:cNvSpPr>
          <p:nvPr>
            <p:ph type="title"/>
          </p:nvPr>
        </p:nvSpPr>
        <p:spPr/>
        <p:txBody>
          <a:bodyPr/>
          <a:lstStyle/>
          <a:p>
            <a:r>
              <a:rPr lang="en-US"/>
              <a:t>1. How to see daisy chain devices on DL Connect website</a:t>
            </a:r>
            <a:endParaRPr lang="it-IT" dirty="0"/>
          </a:p>
        </p:txBody>
      </p:sp>
      <p:pic>
        <p:nvPicPr>
          <p:cNvPr id="5" name="Picture 4">
            <a:extLst>
              <a:ext uri="{FF2B5EF4-FFF2-40B4-BE49-F238E27FC236}">
                <a16:creationId xmlns:a16="http://schemas.microsoft.com/office/drawing/2014/main" id="{F2D89342-56BC-9A56-89E2-A2E1B8C30654}"/>
              </a:ext>
            </a:extLst>
          </p:cNvPr>
          <p:cNvPicPr>
            <a:picLocks noChangeAspect="1"/>
          </p:cNvPicPr>
          <p:nvPr/>
        </p:nvPicPr>
        <p:blipFill>
          <a:blip r:embed="rId3"/>
          <a:stretch>
            <a:fillRect/>
          </a:stretch>
        </p:blipFill>
        <p:spPr>
          <a:xfrm>
            <a:off x="3147601" y="1633287"/>
            <a:ext cx="5896798" cy="3591426"/>
          </a:xfrm>
          <a:prstGeom prst="rect">
            <a:avLst/>
          </a:prstGeom>
        </p:spPr>
      </p:pic>
      <p:sp>
        <p:nvSpPr>
          <p:cNvPr id="3" name="TextBox 2">
            <a:extLst>
              <a:ext uri="{FF2B5EF4-FFF2-40B4-BE49-F238E27FC236}">
                <a16:creationId xmlns:a16="http://schemas.microsoft.com/office/drawing/2014/main" id="{47FBA107-A74F-AF74-0C3B-8580C98D034A}"/>
              </a:ext>
            </a:extLst>
          </p:cNvPr>
          <p:cNvSpPr txBox="1"/>
          <p:nvPr/>
        </p:nvSpPr>
        <p:spPr>
          <a:xfrm>
            <a:off x="3020484" y="781871"/>
            <a:ext cx="6151032" cy="646331"/>
          </a:xfrm>
          <a:prstGeom prst="rect">
            <a:avLst/>
          </a:prstGeom>
          <a:noFill/>
        </p:spPr>
        <p:txBody>
          <a:bodyPr wrap="square">
            <a:spAutoFit/>
          </a:bodyPr>
          <a:lstStyle/>
          <a:p>
            <a:r>
              <a:rPr lang="en-US" dirty="0"/>
              <a:t>Then, restart Aladdin SDS by opening </a:t>
            </a:r>
            <a:r>
              <a:rPr lang="en-US" b="1" dirty="0"/>
              <a:t>Task Manager → Services</a:t>
            </a:r>
            <a:r>
              <a:rPr lang="en-US" dirty="0"/>
              <a:t>, finding </a:t>
            </a:r>
            <a:r>
              <a:rPr lang="en-US" b="1" dirty="0" err="1"/>
              <a:t>AladdinSDS</a:t>
            </a:r>
            <a:r>
              <a:rPr lang="en-US" dirty="0"/>
              <a:t>, right-clicking it, and selecting </a:t>
            </a:r>
            <a:r>
              <a:rPr lang="en-US" b="1" dirty="0"/>
              <a:t>Restart</a:t>
            </a:r>
            <a:r>
              <a:rPr lang="en-US" dirty="0"/>
              <a:t>.</a:t>
            </a:r>
          </a:p>
        </p:txBody>
      </p:sp>
    </p:spTree>
    <p:extLst>
      <p:ext uri="{BB962C8B-B14F-4D97-AF65-F5344CB8AC3E}">
        <p14:creationId xmlns:p14="http://schemas.microsoft.com/office/powerpoint/2010/main" val="2784400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2EB6-64EF-0817-97E3-5FDB0DE1B176}"/>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CAAF3F01-B4F2-5EA3-3125-0CF2EFDFD9C9}"/>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B5655EA9-3AE3-A668-6EFD-8C708FCFCDF9}"/>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5B1A58A4-6C7E-709F-4E93-06B8FB49999B}"/>
              </a:ext>
            </a:extLst>
          </p:cNvPr>
          <p:cNvPicPr>
            <a:picLocks noChangeAspect="1"/>
          </p:cNvPicPr>
          <p:nvPr/>
        </p:nvPicPr>
        <p:blipFill>
          <a:blip r:embed="rId3"/>
          <a:srcRect b="57482"/>
          <a:stretch>
            <a:fillRect/>
          </a:stretch>
        </p:blipFill>
        <p:spPr>
          <a:xfrm>
            <a:off x="690033" y="794814"/>
            <a:ext cx="10811933" cy="1296454"/>
          </a:xfrm>
          <a:prstGeom prst="rect">
            <a:avLst/>
          </a:prstGeom>
        </p:spPr>
      </p:pic>
      <p:pic>
        <p:nvPicPr>
          <p:cNvPr id="4" name="Picture 3">
            <a:extLst>
              <a:ext uri="{FF2B5EF4-FFF2-40B4-BE49-F238E27FC236}">
                <a16:creationId xmlns:a16="http://schemas.microsoft.com/office/drawing/2014/main" id="{BF351AD3-6D0C-4F8C-6EB5-DC1FA41A8E00}"/>
              </a:ext>
            </a:extLst>
          </p:cNvPr>
          <p:cNvPicPr>
            <a:picLocks noChangeAspect="1"/>
          </p:cNvPicPr>
          <p:nvPr/>
        </p:nvPicPr>
        <p:blipFill>
          <a:blip r:embed="rId4"/>
          <a:srcRect r="44792"/>
          <a:stretch>
            <a:fillRect/>
          </a:stretch>
        </p:blipFill>
        <p:spPr>
          <a:xfrm>
            <a:off x="347133" y="2478565"/>
            <a:ext cx="6731000" cy="3362383"/>
          </a:xfrm>
          <a:prstGeom prst="rect">
            <a:avLst/>
          </a:prstGeom>
        </p:spPr>
      </p:pic>
      <p:sp>
        <p:nvSpPr>
          <p:cNvPr id="5" name="TextBox 4">
            <a:extLst>
              <a:ext uri="{FF2B5EF4-FFF2-40B4-BE49-F238E27FC236}">
                <a16:creationId xmlns:a16="http://schemas.microsoft.com/office/drawing/2014/main" id="{7F85A060-9F49-2E45-501B-170CB96EF068}"/>
              </a:ext>
            </a:extLst>
          </p:cNvPr>
          <p:cNvSpPr txBox="1"/>
          <p:nvPr/>
        </p:nvSpPr>
        <p:spPr>
          <a:xfrm>
            <a:off x="7458535" y="2603690"/>
            <a:ext cx="4527849"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After restarting, check whether the daisy chain setup is detected by Aladdin SDS. Go to the </a:t>
            </a:r>
            <a:r>
              <a:rPr lang="en-US" b="1" dirty="0"/>
              <a:t>GET /devices</a:t>
            </a:r>
            <a:r>
              <a:rPr lang="en-US" dirty="0"/>
              <a:t> API and click </a:t>
            </a:r>
            <a:r>
              <a:rPr lang="en-US" b="1" dirty="0"/>
              <a:t>“Try it out.”</a:t>
            </a:r>
            <a:endParaRPr lang="en-US" dirty="0"/>
          </a:p>
        </p:txBody>
      </p:sp>
      <p:sp>
        <p:nvSpPr>
          <p:cNvPr id="6" name="Rectangle: Rounded Corners 5">
            <a:extLst>
              <a:ext uri="{FF2B5EF4-FFF2-40B4-BE49-F238E27FC236}">
                <a16:creationId xmlns:a16="http://schemas.microsoft.com/office/drawing/2014/main" id="{D5C78665-C4C5-E152-23BF-B35D927B2154}"/>
              </a:ext>
            </a:extLst>
          </p:cNvPr>
          <p:cNvSpPr/>
          <p:nvPr/>
        </p:nvSpPr>
        <p:spPr>
          <a:xfrm>
            <a:off x="9745731" y="833330"/>
            <a:ext cx="1959539" cy="7744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FB43373-55C6-017A-1804-1261A59DE027}"/>
              </a:ext>
            </a:extLst>
          </p:cNvPr>
          <p:cNvCxnSpPr>
            <a:cxnSpLocks/>
            <a:stCxn id="5" idx="0"/>
          </p:cNvCxnSpPr>
          <p:nvPr/>
        </p:nvCxnSpPr>
        <p:spPr>
          <a:xfrm flipV="1">
            <a:off x="9722460" y="1646320"/>
            <a:ext cx="1003040" cy="9573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49F5386A-6076-AC59-2D3D-E905157FDDF2}"/>
              </a:ext>
            </a:extLst>
          </p:cNvPr>
          <p:cNvSpPr/>
          <p:nvPr/>
        </p:nvSpPr>
        <p:spPr>
          <a:xfrm>
            <a:off x="2625265" y="3686596"/>
            <a:ext cx="1959539" cy="7744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E61A214-5139-20FD-5399-CA300D53868D}"/>
              </a:ext>
            </a:extLst>
          </p:cNvPr>
          <p:cNvCxnSpPr>
            <a:cxnSpLocks/>
          </p:cNvCxnSpPr>
          <p:nvPr/>
        </p:nvCxnSpPr>
        <p:spPr>
          <a:xfrm flipH="1" flipV="1">
            <a:off x="4584804" y="4073833"/>
            <a:ext cx="3331529" cy="66121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003946A-2447-F5FD-A6AF-E8844671ECB1}"/>
              </a:ext>
            </a:extLst>
          </p:cNvPr>
          <p:cNvSpPr txBox="1"/>
          <p:nvPr/>
        </p:nvSpPr>
        <p:spPr>
          <a:xfrm>
            <a:off x="8019831" y="4522906"/>
            <a:ext cx="157724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Then </a:t>
            </a:r>
            <a:r>
              <a:rPr lang="en-US" dirty="0">
                <a:highlight>
                  <a:srgbClr val="FFFF00"/>
                </a:highlight>
              </a:rPr>
              <a:t>Execute</a:t>
            </a:r>
          </a:p>
        </p:txBody>
      </p:sp>
      <p:sp>
        <p:nvSpPr>
          <p:cNvPr id="3" name="TextBox 2">
            <a:extLst>
              <a:ext uri="{FF2B5EF4-FFF2-40B4-BE49-F238E27FC236}">
                <a16:creationId xmlns:a16="http://schemas.microsoft.com/office/drawing/2014/main" id="{408078A6-722C-8111-DCC1-5A06BDC6E783}"/>
              </a:ext>
            </a:extLst>
          </p:cNvPr>
          <p:cNvSpPr txBox="1"/>
          <p:nvPr/>
        </p:nvSpPr>
        <p:spPr>
          <a:xfrm>
            <a:off x="9597071" y="648332"/>
            <a:ext cx="301686" cy="369332"/>
          </a:xfrm>
          <a:prstGeom prst="rect">
            <a:avLst/>
          </a:prstGeom>
          <a:solidFill>
            <a:srgbClr val="FF0000"/>
          </a:solidFill>
        </p:spPr>
        <p:txBody>
          <a:bodyPr wrap="none" rtlCol="0">
            <a:spAutoFit/>
          </a:bodyPr>
          <a:lstStyle/>
          <a:p>
            <a:r>
              <a:rPr lang="en-US" dirty="0"/>
              <a:t>1</a:t>
            </a:r>
          </a:p>
        </p:txBody>
      </p:sp>
      <p:sp>
        <p:nvSpPr>
          <p:cNvPr id="8" name="TextBox 7">
            <a:extLst>
              <a:ext uri="{FF2B5EF4-FFF2-40B4-BE49-F238E27FC236}">
                <a16:creationId xmlns:a16="http://schemas.microsoft.com/office/drawing/2014/main" id="{2E9EAFA2-03BA-4BAC-98A3-2BFC5EC53855}"/>
              </a:ext>
            </a:extLst>
          </p:cNvPr>
          <p:cNvSpPr txBox="1"/>
          <p:nvPr/>
        </p:nvSpPr>
        <p:spPr>
          <a:xfrm>
            <a:off x="2474421" y="3527020"/>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4011746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61BD3-155F-2263-8FC7-62F4D904A221}"/>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8320EBE3-8C81-572F-4AF9-53D84093F721}"/>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9125A62D-4EBD-3532-E847-A228949C9D9E}"/>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3F8ACC49-A326-26E2-91A0-1200B7680E5E}"/>
              </a:ext>
            </a:extLst>
          </p:cNvPr>
          <p:cNvPicPr>
            <a:picLocks noChangeAspect="1"/>
          </p:cNvPicPr>
          <p:nvPr/>
        </p:nvPicPr>
        <p:blipFill>
          <a:blip r:embed="rId3"/>
          <a:stretch>
            <a:fillRect/>
          </a:stretch>
        </p:blipFill>
        <p:spPr>
          <a:xfrm>
            <a:off x="436989" y="699706"/>
            <a:ext cx="4382112" cy="5458587"/>
          </a:xfrm>
          <a:prstGeom prst="rect">
            <a:avLst/>
          </a:prstGeom>
        </p:spPr>
      </p:pic>
      <p:sp>
        <p:nvSpPr>
          <p:cNvPr id="5" name="TextBox 4">
            <a:extLst>
              <a:ext uri="{FF2B5EF4-FFF2-40B4-BE49-F238E27FC236}">
                <a16:creationId xmlns:a16="http://schemas.microsoft.com/office/drawing/2014/main" id="{03A1D4A3-A30E-62E4-5CD3-786E1655B9B1}"/>
              </a:ext>
            </a:extLst>
          </p:cNvPr>
          <p:cNvSpPr txBox="1"/>
          <p:nvPr/>
        </p:nvSpPr>
        <p:spPr>
          <a:xfrm>
            <a:off x="5386917" y="699706"/>
            <a:ext cx="6151032" cy="646331"/>
          </a:xfrm>
          <a:prstGeom prst="rect">
            <a:avLst/>
          </a:prstGeom>
          <a:noFill/>
        </p:spPr>
        <p:txBody>
          <a:bodyPr wrap="square">
            <a:spAutoFit/>
          </a:bodyPr>
          <a:lstStyle/>
          <a:p>
            <a:r>
              <a:rPr lang="en-US" dirty="0"/>
              <a:t>If you see something like this, your setup has been successfully detected.</a:t>
            </a:r>
          </a:p>
        </p:txBody>
      </p:sp>
      <p:sp>
        <p:nvSpPr>
          <p:cNvPr id="6" name="TextBox 5">
            <a:extLst>
              <a:ext uri="{FF2B5EF4-FFF2-40B4-BE49-F238E27FC236}">
                <a16:creationId xmlns:a16="http://schemas.microsoft.com/office/drawing/2014/main" id="{90AE4122-2689-AE34-06E3-CF1C5B20EB7E}"/>
              </a:ext>
            </a:extLst>
          </p:cNvPr>
          <p:cNvSpPr txBox="1"/>
          <p:nvPr/>
        </p:nvSpPr>
        <p:spPr>
          <a:xfrm>
            <a:off x="5901162" y="2898254"/>
            <a:ext cx="3302105"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This is Magellan 9600i device ID</a:t>
            </a:r>
          </a:p>
        </p:txBody>
      </p:sp>
      <p:cxnSp>
        <p:nvCxnSpPr>
          <p:cNvPr id="8" name="Straight Arrow Connector 7">
            <a:extLst>
              <a:ext uri="{FF2B5EF4-FFF2-40B4-BE49-F238E27FC236}">
                <a16:creationId xmlns:a16="http://schemas.microsoft.com/office/drawing/2014/main" id="{50AFBFA9-4D85-9F57-A609-D43265D68B7B}"/>
              </a:ext>
            </a:extLst>
          </p:cNvPr>
          <p:cNvCxnSpPr>
            <a:cxnSpLocks/>
          </p:cNvCxnSpPr>
          <p:nvPr/>
        </p:nvCxnSpPr>
        <p:spPr>
          <a:xfrm flipH="1">
            <a:off x="3378200" y="3082920"/>
            <a:ext cx="237913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AFE1FCC-9B3A-D790-D35E-561B81BBEE3C}"/>
              </a:ext>
            </a:extLst>
          </p:cNvPr>
          <p:cNvSpPr txBox="1"/>
          <p:nvPr/>
        </p:nvSpPr>
        <p:spPr>
          <a:xfrm>
            <a:off x="6096000" y="4802870"/>
            <a:ext cx="364973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This is </a:t>
            </a:r>
            <a:r>
              <a:rPr lang="en-US" dirty="0" err="1"/>
              <a:t>Quickscan</a:t>
            </a:r>
            <a:r>
              <a:rPr lang="en-US" dirty="0"/>
              <a:t> QD2590 device ID</a:t>
            </a:r>
          </a:p>
        </p:txBody>
      </p:sp>
      <p:cxnSp>
        <p:nvCxnSpPr>
          <p:cNvPr id="13" name="Straight Arrow Connector 12">
            <a:extLst>
              <a:ext uri="{FF2B5EF4-FFF2-40B4-BE49-F238E27FC236}">
                <a16:creationId xmlns:a16="http://schemas.microsoft.com/office/drawing/2014/main" id="{D7A3D634-7875-B168-B986-BAC87B2794DF}"/>
              </a:ext>
            </a:extLst>
          </p:cNvPr>
          <p:cNvCxnSpPr>
            <a:cxnSpLocks/>
          </p:cNvCxnSpPr>
          <p:nvPr/>
        </p:nvCxnSpPr>
        <p:spPr>
          <a:xfrm flipH="1">
            <a:off x="3573038" y="4987536"/>
            <a:ext cx="237913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764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9E391-3265-C608-9142-DEB2CBD45335}"/>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D0D7A970-A45E-FB4A-7F1D-12FAE5A4FF74}"/>
              </a:ext>
            </a:extLst>
          </p:cNvPr>
          <p:cNvSpPr>
            <a:spLocks noGrp="1"/>
          </p:cNvSpPr>
          <p:nvPr>
            <p:ph type="title"/>
          </p:nvPr>
        </p:nvSpPr>
        <p:spPr/>
        <p:txBody>
          <a:bodyPr/>
          <a:lstStyle/>
          <a:p>
            <a:r>
              <a:rPr lang="en-US"/>
              <a:t>1. How to see daisy chain devices on DL Connect website</a:t>
            </a:r>
            <a:endParaRPr lang="it-IT" dirty="0"/>
          </a:p>
        </p:txBody>
      </p:sp>
      <p:pic>
        <p:nvPicPr>
          <p:cNvPr id="4" name="Picture 3">
            <a:extLst>
              <a:ext uri="{FF2B5EF4-FFF2-40B4-BE49-F238E27FC236}">
                <a16:creationId xmlns:a16="http://schemas.microsoft.com/office/drawing/2014/main" id="{75A16411-D726-A9D8-B641-923316179F5F}"/>
              </a:ext>
            </a:extLst>
          </p:cNvPr>
          <p:cNvPicPr>
            <a:picLocks noChangeAspect="1"/>
          </p:cNvPicPr>
          <p:nvPr/>
        </p:nvPicPr>
        <p:blipFill>
          <a:blip r:embed="rId3"/>
          <a:stretch>
            <a:fillRect/>
          </a:stretch>
        </p:blipFill>
        <p:spPr>
          <a:xfrm>
            <a:off x="0" y="1924735"/>
            <a:ext cx="12192000" cy="3008529"/>
          </a:xfrm>
          <a:prstGeom prst="rect">
            <a:avLst/>
          </a:prstGeom>
        </p:spPr>
      </p:pic>
      <p:sp>
        <p:nvSpPr>
          <p:cNvPr id="3" name="TextBox 2">
            <a:extLst>
              <a:ext uri="{FF2B5EF4-FFF2-40B4-BE49-F238E27FC236}">
                <a16:creationId xmlns:a16="http://schemas.microsoft.com/office/drawing/2014/main" id="{2F3076D7-6506-BC5D-CF59-860D5639B87D}"/>
              </a:ext>
            </a:extLst>
          </p:cNvPr>
          <p:cNvSpPr txBox="1"/>
          <p:nvPr/>
        </p:nvSpPr>
        <p:spPr>
          <a:xfrm>
            <a:off x="3936402" y="901890"/>
            <a:ext cx="452784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Search the FRS device by its serial number</a:t>
            </a:r>
          </a:p>
        </p:txBody>
      </p:sp>
      <p:sp>
        <p:nvSpPr>
          <p:cNvPr id="5" name="Rectangle: Rounded Corners 4">
            <a:extLst>
              <a:ext uri="{FF2B5EF4-FFF2-40B4-BE49-F238E27FC236}">
                <a16:creationId xmlns:a16="http://schemas.microsoft.com/office/drawing/2014/main" id="{D3C234BE-7870-A526-8AAC-F4D8ACDFBC7F}"/>
              </a:ext>
            </a:extLst>
          </p:cNvPr>
          <p:cNvSpPr/>
          <p:nvPr/>
        </p:nvSpPr>
        <p:spPr>
          <a:xfrm>
            <a:off x="1947333" y="2768600"/>
            <a:ext cx="1655337" cy="88813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8D8D62D-2759-CF7C-9962-C0207480C1EA}"/>
              </a:ext>
            </a:extLst>
          </p:cNvPr>
          <p:cNvCxnSpPr>
            <a:cxnSpLocks/>
            <a:stCxn id="3" idx="2"/>
            <a:endCxn id="5" idx="0"/>
          </p:cNvCxnSpPr>
          <p:nvPr/>
        </p:nvCxnSpPr>
        <p:spPr>
          <a:xfrm flipH="1">
            <a:off x="2775002" y="1271222"/>
            <a:ext cx="3425325" cy="149737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7B69CE-C2B4-EF80-444D-59B4398B16AF}"/>
              </a:ext>
            </a:extLst>
          </p:cNvPr>
          <p:cNvSpPr txBox="1"/>
          <p:nvPr/>
        </p:nvSpPr>
        <p:spPr>
          <a:xfrm>
            <a:off x="1731538" y="2583934"/>
            <a:ext cx="301686" cy="369332"/>
          </a:xfrm>
          <a:prstGeom prst="rect">
            <a:avLst/>
          </a:prstGeom>
          <a:solidFill>
            <a:srgbClr val="FF0000"/>
          </a:solidFill>
        </p:spPr>
        <p:txBody>
          <a:bodyPr wrap="none" rtlCol="0">
            <a:spAutoFit/>
          </a:bodyPr>
          <a:lstStyle/>
          <a:p>
            <a:r>
              <a:rPr lang="en-US" dirty="0"/>
              <a:t>1</a:t>
            </a:r>
          </a:p>
        </p:txBody>
      </p:sp>
      <p:sp>
        <p:nvSpPr>
          <p:cNvPr id="16" name="TextBox 15">
            <a:extLst>
              <a:ext uri="{FF2B5EF4-FFF2-40B4-BE49-F238E27FC236}">
                <a16:creationId xmlns:a16="http://schemas.microsoft.com/office/drawing/2014/main" id="{35D79ACF-58BE-013D-BB3A-EF8CD899961D}"/>
              </a:ext>
            </a:extLst>
          </p:cNvPr>
          <p:cNvSpPr txBox="1"/>
          <p:nvPr/>
        </p:nvSpPr>
        <p:spPr>
          <a:xfrm>
            <a:off x="6200326" y="5586778"/>
            <a:ext cx="273200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Click to open device page</a:t>
            </a:r>
          </a:p>
        </p:txBody>
      </p:sp>
      <p:sp>
        <p:nvSpPr>
          <p:cNvPr id="17" name="Rectangle: Rounded Corners 16">
            <a:extLst>
              <a:ext uri="{FF2B5EF4-FFF2-40B4-BE49-F238E27FC236}">
                <a16:creationId xmlns:a16="http://schemas.microsoft.com/office/drawing/2014/main" id="{2427BBEC-142A-9759-8B4C-DE28D1A15D26}"/>
              </a:ext>
            </a:extLst>
          </p:cNvPr>
          <p:cNvSpPr/>
          <p:nvPr/>
        </p:nvSpPr>
        <p:spPr>
          <a:xfrm>
            <a:off x="76201" y="3694467"/>
            <a:ext cx="5841999" cy="6067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3E88FA22-BD94-B760-76F4-085BE61E8D78}"/>
              </a:ext>
            </a:extLst>
          </p:cNvPr>
          <p:cNvCxnSpPr>
            <a:cxnSpLocks/>
            <a:stCxn id="16" idx="0"/>
            <a:endCxn id="17" idx="2"/>
          </p:cNvCxnSpPr>
          <p:nvPr/>
        </p:nvCxnSpPr>
        <p:spPr>
          <a:xfrm flipH="1" flipV="1">
            <a:off x="2997201" y="4301215"/>
            <a:ext cx="4569129" cy="128556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DE143E5-FDA3-0A81-8A27-BA617B383242}"/>
              </a:ext>
            </a:extLst>
          </p:cNvPr>
          <p:cNvSpPr txBox="1"/>
          <p:nvPr/>
        </p:nvSpPr>
        <p:spPr>
          <a:xfrm>
            <a:off x="5767357" y="3487213"/>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232346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FDF44-DBF0-C27D-54E9-C8747E45EE97}"/>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9FAAE6B1-5AC5-BF62-75A9-961A995E5416}"/>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5B8E2AE9-64A5-BEE8-F42D-8088036EC1AB}"/>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5C6F9303-59FA-EF2C-1333-5BED4E7C8CE0}"/>
              </a:ext>
            </a:extLst>
          </p:cNvPr>
          <p:cNvPicPr>
            <a:picLocks noChangeAspect="1"/>
          </p:cNvPicPr>
          <p:nvPr/>
        </p:nvPicPr>
        <p:blipFill>
          <a:blip r:embed="rId3"/>
          <a:stretch>
            <a:fillRect/>
          </a:stretch>
        </p:blipFill>
        <p:spPr>
          <a:xfrm>
            <a:off x="629128" y="578650"/>
            <a:ext cx="10933744" cy="5702563"/>
          </a:xfrm>
          <a:prstGeom prst="rect">
            <a:avLst/>
          </a:prstGeom>
        </p:spPr>
      </p:pic>
    </p:spTree>
    <p:extLst>
      <p:ext uri="{BB962C8B-B14F-4D97-AF65-F5344CB8AC3E}">
        <p14:creationId xmlns:p14="http://schemas.microsoft.com/office/powerpoint/2010/main" val="2701703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EB73-4698-8AC2-8020-2E2A9132C250}"/>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A0F5263F-DC64-7F5B-C7AF-73D207F8A5AE}"/>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5CD25AE9-305F-8246-25C0-44FF2BAC12B4}"/>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FD064CB0-4B2E-A262-DED5-8F1222F03B00}"/>
              </a:ext>
            </a:extLst>
          </p:cNvPr>
          <p:cNvPicPr>
            <a:picLocks noChangeAspect="1"/>
          </p:cNvPicPr>
          <p:nvPr/>
        </p:nvPicPr>
        <p:blipFill>
          <a:blip r:embed="rId3"/>
          <a:stretch>
            <a:fillRect/>
          </a:stretch>
        </p:blipFill>
        <p:spPr>
          <a:xfrm>
            <a:off x="160866" y="729356"/>
            <a:ext cx="11870267" cy="2058428"/>
          </a:xfrm>
          <a:prstGeom prst="rect">
            <a:avLst/>
          </a:prstGeom>
        </p:spPr>
      </p:pic>
      <p:sp>
        <p:nvSpPr>
          <p:cNvPr id="3" name="TextBox 2">
            <a:extLst>
              <a:ext uri="{FF2B5EF4-FFF2-40B4-BE49-F238E27FC236}">
                <a16:creationId xmlns:a16="http://schemas.microsoft.com/office/drawing/2014/main" id="{CCB8B4EB-30D4-7119-3161-3A05FB17F3C9}"/>
              </a:ext>
            </a:extLst>
          </p:cNvPr>
          <p:cNvSpPr txBox="1"/>
          <p:nvPr/>
        </p:nvSpPr>
        <p:spPr>
          <a:xfrm>
            <a:off x="6668408" y="542414"/>
            <a:ext cx="366403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Search the gun by its serial number</a:t>
            </a:r>
          </a:p>
        </p:txBody>
      </p:sp>
      <p:sp>
        <p:nvSpPr>
          <p:cNvPr id="5" name="Rectangle: Rounded Corners 4">
            <a:extLst>
              <a:ext uri="{FF2B5EF4-FFF2-40B4-BE49-F238E27FC236}">
                <a16:creationId xmlns:a16="http://schemas.microsoft.com/office/drawing/2014/main" id="{CB37D7E6-B59D-A224-E21B-04AF3A1787DA}"/>
              </a:ext>
            </a:extLst>
          </p:cNvPr>
          <p:cNvSpPr/>
          <p:nvPr/>
        </p:nvSpPr>
        <p:spPr>
          <a:xfrm>
            <a:off x="1942454" y="739466"/>
            <a:ext cx="1655337" cy="88813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A7672BE7-2EF5-EFE0-2289-3DC64D69A350}"/>
              </a:ext>
            </a:extLst>
          </p:cNvPr>
          <p:cNvCxnSpPr>
            <a:cxnSpLocks/>
            <a:stCxn id="3" idx="1"/>
            <a:endCxn id="5" idx="3"/>
          </p:cNvCxnSpPr>
          <p:nvPr/>
        </p:nvCxnSpPr>
        <p:spPr>
          <a:xfrm flipH="1">
            <a:off x="3597791" y="727080"/>
            <a:ext cx="3070617" cy="45645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09CF8DB-7FB7-DE70-3E08-484BC27FF036}"/>
              </a:ext>
            </a:extLst>
          </p:cNvPr>
          <p:cNvSpPr txBox="1"/>
          <p:nvPr/>
        </p:nvSpPr>
        <p:spPr>
          <a:xfrm>
            <a:off x="1791611" y="562629"/>
            <a:ext cx="301686" cy="369332"/>
          </a:xfrm>
          <a:prstGeom prst="rect">
            <a:avLst/>
          </a:prstGeom>
          <a:solidFill>
            <a:srgbClr val="FF0000"/>
          </a:solidFill>
        </p:spPr>
        <p:txBody>
          <a:bodyPr wrap="none" rtlCol="0">
            <a:spAutoFit/>
          </a:bodyPr>
          <a:lstStyle/>
          <a:p>
            <a:r>
              <a:rPr lang="en-US" dirty="0"/>
              <a:t>1</a:t>
            </a:r>
          </a:p>
        </p:txBody>
      </p:sp>
      <p:sp>
        <p:nvSpPr>
          <p:cNvPr id="8" name="TextBox 7">
            <a:extLst>
              <a:ext uri="{FF2B5EF4-FFF2-40B4-BE49-F238E27FC236}">
                <a16:creationId xmlns:a16="http://schemas.microsoft.com/office/drawing/2014/main" id="{AF9676F6-725E-7786-87AA-3B9FA37C8AAF}"/>
              </a:ext>
            </a:extLst>
          </p:cNvPr>
          <p:cNvSpPr txBox="1"/>
          <p:nvPr/>
        </p:nvSpPr>
        <p:spPr>
          <a:xfrm>
            <a:off x="6200326" y="5586778"/>
            <a:ext cx="273200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Click to open device page</a:t>
            </a:r>
          </a:p>
        </p:txBody>
      </p:sp>
      <p:sp>
        <p:nvSpPr>
          <p:cNvPr id="10" name="Rectangle: Rounded Corners 9">
            <a:extLst>
              <a:ext uri="{FF2B5EF4-FFF2-40B4-BE49-F238E27FC236}">
                <a16:creationId xmlns:a16="http://schemas.microsoft.com/office/drawing/2014/main" id="{C06CFDDE-8EB6-A7FC-7926-CF55376A135A}"/>
              </a:ext>
            </a:extLst>
          </p:cNvPr>
          <p:cNvSpPr/>
          <p:nvPr/>
        </p:nvSpPr>
        <p:spPr>
          <a:xfrm>
            <a:off x="227044" y="1661976"/>
            <a:ext cx="5841999" cy="6067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1A122A7-728B-22C6-2752-8589D16244C9}"/>
              </a:ext>
            </a:extLst>
          </p:cNvPr>
          <p:cNvCxnSpPr>
            <a:cxnSpLocks/>
            <a:stCxn id="8" idx="0"/>
            <a:endCxn id="10" idx="2"/>
          </p:cNvCxnSpPr>
          <p:nvPr/>
        </p:nvCxnSpPr>
        <p:spPr>
          <a:xfrm flipH="1" flipV="1">
            <a:off x="3148044" y="2268724"/>
            <a:ext cx="4418286" cy="331805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E5F5BFE-D9EA-943C-F926-B97E515F20AF}"/>
              </a:ext>
            </a:extLst>
          </p:cNvPr>
          <p:cNvSpPr txBox="1"/>
          <p:nvPr/>
        </p:nvSpPr>
        <p:spPr>
          <a:xfrm>
            <a:off x="5898640" y="2158922"/>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2317248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6C49-2C1E-A333-38E4-F062349547B5}"/>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89AF1225-E72B-FFDC-0749-1A0501430020}"/>
              </a:ext>
            </a:extLst>
          </p:cNvPr>
          <p:cNvSpPr>
            <a:spLocks noGrp="1"/>
          </p:cNvSpPr>
          <p:nvPr>
            <p:ph type="title"/>
          </p:nvPr>
        </p:nvSpPr>
        <p:spPr/>
        <p:txBody>
          <a:bodyPr/>
          <a:lstStyle/>
          <a:p>
            <a:r>
              <a:rPr lang="en-US"/>
              <a:t>1. How to see daisy chain devices on DL Connect website</a:t>
            </a:r>
            <a:endParaRPr lang="it-IT" dirty="0"/>
          </a:p>
        </p:txBody>
      </p:sp>
      <p:pic>
        <p:nvPicPr>
          <p:cNvPr id="5" name="Picture 4">
            <a:extLst>
              <a:ext uri="{FF2B5EF4-FFF2-40B4-BE49-F238E27FC236}">
                <a16:creationId xmlns:a16="http://schemas.microsoft.com/office/drawing/2014/main" id="{DA05DAE5-CE4F-0DEC-D300-24CBAA93F3D1}"/>
              </a:ext>
            </a:extLst>
          </p:cNvPr>
          <p:cNvPicPr>
            <a:picLocks noChangeAspect="1"/>
          </p:cNvPicPr>
          <p:nvPr/>
        </p:nvPicPr>
        <p:blipFill>
          <a:blip r:embed="rId3"/>
          <a:stretch>
            <a:fillRect/>
          </a:stretch>
        </p:blipFill>
        <p:spPr>
          <a:xfrm>
            <a:off x="436989" y="744418"/>
            <a:ext cx="4997712" cy="5369164"/>
          </a:xfrm>
          <a:prstGeom prst="rect">
            <a:avLst/>
          </a:prstGeom>
        </p:spPr>
      </p:pic>
      <p:pic>
        <p:nvPicPr>
          <p:cNvPr id="7" name="Picture 6">
            <a:extLst>
              <a:ext uri="{FF2B5EF4-FFF2-40B4-BE49-F238E27FC236}">
                <a16:creationId xmlns:a16="http://schemas.microsoft.com/office/drawing/2014/main" id="{184BF2DD-0EBF-752B-30A9-4E3B39E67716}"/>
              </a:ext>
            </a:extLst>
          </p:cNvPr>
          <p:cNvPicPr>
            <a:picLocks noChangeAspect="1"/>
          </p:cNvPicPr>
          <p:nvPr/>
        </p:nvPicPr>
        <p:blipFill>
          <a:blip r:embed="rId4"/>
          <a:stretch>
            <a:fillRect/>
          </a:stretch>
        </p:blipFill>
        <p:spPr>
          <a:xfrm>
            <a:off x="6901662" y="700047"/>
            <a:ext cx="3705742" cy="5401429"/>
          </a:xfrm>
          <a:prstGeom prst="rect">
            <a:avLst/>
          </a:prstGeom>
        </p:spPr>
      </p:pic>
      <p:sp>
        <p:nvSpPr>
          <p:cNvPr id="3" name="TextBox 2">
            <a:extLst>
              <a:ext uri="{FF2B5EF4-FFF2-40B4-BE49-F238E27FC236}">
                <a16:creationId xmlns:a16="http://schemas.microsoft.com/office/drawing/2014/main" id="{18575AF9-BD56-CD55-C171-CE00DBD3CE21}"/>
              </a:ext>
            </a:extLst>
          </p:cNvPr>
          <p:cNvSpPr txBox="1"/>
          <p:nvPr/>
        </p:nvSpPr>
        <p:spPr>
          <a:xfrm>
            <a:off x="3763306" y="647305"/>
            <a:ext cx="290842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Device need to be verified</a:t>
            </a:r>
          </a:p>
        </p:txBody>
      </p:sp>
      <p:sp>
        <p:nvSpPr>
          <p:cNvPr id="4" name="Rectangle: Rounded Corners 3">
            <a:extLst>
              <a:ext uri="{FF2B5EF4-FFF2-40B4-BE49-F238E27FC236}">
                <a16:creationId xmlns:a16="http://schemas.microsoft.com/office/drawing/2014/main" id="{0901A703-7F35-FAE8-1CBE-AB24FD835B56}"/>
              </a:ext>
            </a:extLst>
          </p:cNvPr>
          <p:cNvSpPr/>
          <p:nvPr/>
        </p:nvSpPr>
        <p:spPr>
          <a:xfrm>
            <a:off x="1584596" y="1238972"/>
            <a:ext cx="2411671" cy="116765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BDE2FA0-BFF7-5C03-7F33-2D43C6BA19D3}"/>
              </a:ext>
            </a:extLst>
          </p:cNvPr>
          <p:cNvCxnSpPr>
            <a:cxnSpLocks/>
            <a:stCxn id="3" idx="2"/>
            <a:endCxn id="4" idx="3"/>
          </p:cNvCxnSpPr>
          <p:nvPr/>
        </p:nvCxnSpPr>
        <p:spPr>
          <a:xfrm flipH="1">
            <a:off x="3996267" y="1016637"/>
            <a:ext cx="1221253" cy="80616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F3816BF-2477-410C-7096-55EBE9159408}"/>
              </a:ext>
            </a:extLst>
          </p:cNvPr>
          <p:cNvSpPr txBox="1"/>
          <p:nvPr/>
        </p:nvSpPr>
        <p:spPr>
          <a:xfrm>
            <a:off x="1368801" y="1054306"/>
            <a:ext cx="439528" cy="369332"/>
          </a:xfrm>
          <a:prstGeom prst="rect">
            <a:avLst/>
          </a:prstGeom>
          <a:solidFill>
            <a:srgbClr val="FF0000"/>
          </a:solidFill>
        </p:spPr>
        <p:txBody>
          <a:bodyPr wrap="square" rtlCol="0">
            <a:spAutoFit/>
          </a:bodyPr>
          <a:lstStyle/>
          <a:p>
            <a:r>
              <a:rPr lang="en-US" dirty="0"/>
              <a:t>1</a:t>
            </a:r>
          </a:p>
        </p:txBody>
      </p:sp>
      <p:sp>
        <p:nvSpPr>
          <p:cNvPr id="10" name="TextBox 9">
            <a:extLst>
              <a:ext uri="{FF2B5EF4-FFF2-40B4-BE49-F238E27FC236}">
                <a16:creationId xmlns:a16="http://schemas.microsoft.com/office/drawing/2014/main" id="{A0A77FF3-3F61-82BC-F605-6B503E6958E4}"/>
              </a:ext>
            </a:extLst>
          </p:cNvPr>
          <p:cNvSpPr txBox="1"/>
          <p:nvPr/>
        </p:nvSpPr>
        <p:spPr>
          <a:xfrm>
            <a:off x="3850685" y="3813175"/>
            <a:ext cx="1813945"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Click this</a:t>
            </a:r>
          </a:p>
        </p:txBody>
      </p:sp>
      <p:sp>
        <p:nvSpPr>
          <p:cNvPr id="11" name="Rectangle: Rounded Corners 10">
            <a:extLst>
              <a:ext uri="{FF2B5EF4-FFF2-40B4-BE49-F238E27FC236}">
                <a16:creationId xmlns:a16="http://schemas.microsoft.com/office/drawing/2014/main" id="{E3160E9B-6F2B-C372-34A6-E56090F28978}"/>
              </a:ext>
            </a:extLst>
          </p:cNvPr>
          <p:cNvSpPr/>
          <p:nvPr/>
        </p:nvSpPr>
        <p:spPr>
          <a:xfrm>
            <a:off x="347564" y="2409337"/>
            <a:ext cx="1692903" cy="51242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2E72D7F-9C76-ABCC-77D4-768FFB66435F}"/>
              </a:ext>
            </a:extLst>
          </p:cNvPr>
          <p:cNvCxnSpPr>
            <a:cxnSpLocks/>
            <a:stCxn id="10" idx="0"/>
            <a:endCxn id="11" idx="2"/>
          </p:cNvCxnSpPr>
          <p:nvPr/>
        </p:nvCxnSpPr>
        <p:spPr>
          <a:xfrm flipH="1" flipV="1">
            <a:off x="1194016" y="2921759"/>
            <a:ext cx="3563642" cy="89141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9E6AB80-5D97-5B98-BB74-A70E54993719}"/>
              </a:ext>
            </a:extLst>
          </p:cNvPr>
          <p:cNvSpPr txBox="1"/>
          <p:nvPr/>
        </p:nvSpPr>
        <p:spPr>
          <a:xfrm>
            <a:off x="171182" y="2241706"/>
            <a:ext cx="301686" cy="369332"/>
          </a:xfrm>
          <a:prstGeom prst="rect">
            <a:avLst/>
          </a:prstGeom>
          <a:solidFill>
            <a:srgbClr val="FF0000"/>
          </a:solidFill>
        </p:spPr>
        <p:txBody>
          <a:bodyPr wrap="square" rtlCol="0">
            <a:spAutoFit/>
          </a:bodyPr>
          <a:lstStyle/>
          <a:p>
            <a:r>
              <a:rPr lang="en-US" dirty="0"/>
              <a:t>2</a:t>
            </a:r>
          </a:p>
        </p:txBody>
      </p:sp>
      <p:sp>
        <p:nvSpPr>
          <p:cNvPr id="26" name="Rectangle: Rounded Corners 25">
            <a:extLst>
              <a:ext uri="{FF2B5EF4-FFF2-40B4-BE49-F238E27FC236}">
                <a16:creationId xmlns:a16="http://schemas.microsoft.com/office/drawing/2014/main" id="{E0228185-A1AE-C258-580F-D15D1FBC2C2D}"/>
              </a:ext>
            </a:extLst>
          </p:cNvPr>
          <p:cNvSpPr/>
          <p:nvPr/>
        </p:nvSpPr>
        <p:spPr>
          <a:xfrm>
            <a:off x="9459350" y="5431937"/>
            <a:ext cx="1013917" cy="51242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F45E70A-A84D-0A90-DF3F-29EA75628D50}"/>
              </a:ext>
            </a:extLst>
          </p:cNvPr>
          <p:cNvSpPr txBox="1"/>
          <p:nvPr/>
        </p:nvSpPr>
        <p:spPr>
          <a:xfrm>
            <a:off x="9281094" y="5185641"/>
            <a:ext cx="301686" cy="369332"/>
          </a:xfrm>
          <a:prstGeom prst="rect">
            <a:avLst/>
          </a:prstGeom>
          <a:solidFill>
            <a:srgbClr val="FF0000"/>
          </a:solidFill>
        </p:spPr>
        <p:txBody>
          <a:bodyPr wrap="square" rtlCol="0">
            <a:spAutoFit/>
          </a:bodyPr>
          <a:lstStyle/>
          <a:p>
            <a:r>
              <a:rPr lang="en-US" dirty="0"/>
              <a:t>2</a:t>
            </a:r>
          </a:p>
        </p:txBody>
      </p:sp>
      <p:sp>
        <p:nvSpPr>
          <p:cNvPr id="30" name="TextBox 29">
            <a:extLst>
              <a:ext uri="{FF2B5EF4-FFF2-40B4-BE49-F238E27FC236}">
                <a16:creationId xmlns:a16="http://schemas.microsoft.com/office/drawing/2014/main" id="{7F17EDCC-9D25-CDF6-82DC-528DDDC66178}"/>
              </a:ext>
            </a:extLst>
          </p:cNvPr>
          <p:cNvSpPr txBox="1"/>
          <p:nvPr/>
        </p:nvSpPr>
        <p:spPr>
          <a:xfrm>
            <a:off x="9795934" y="4400811"/>
            <a:ext cx="221023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Complete the form, then approve</a:t>
            </a:r>
          </a:p>
        </p:txBody>
      </p:sp>
      <p:cxnSp>
        <p:nvCxnSpPr>
          <p:cNvPr id="31" name="Straight Arrow Connector 30">
            <a:extLst>
              <a:ext uri="{FF2B5EF4-FFF2-40B4-BE49-F238E27FC236}">
                <a16:creationId xmlns:a16="http://schemas.microsoft.com/office/drawing/2014/main" id="{373B011C-213E-80F8-D43C-77EF60D907CF}"/>
              </a:ext>
            </a:extLst>
          </p:cNvPr>
          <p:cNvCxnSpPr>
            <a:cxnSpLocks/>
            <a:stCxn id="30" idx="2"/>
            <a:endCxn id="26" idx="0"/>
          </p:cNvCxnSpPr>
          <p:nvPr/>
        </p:nvCxnSpPr>
        <p:spPr>
          <a:xfrm flipH="1">
            <a:off x="9966309" y="5047142"/>
            <a:ext cx="934740" cy="38479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540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2E1D-3A2E-ABEE-E0C7-716337CD8492}"/>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BC63E86D-7B2E-3706-119E-64598FE31ED0}"/>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43D94EC1-1D35-73B6-38F8-331AC79537F8}"/>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712DE8FC-D5F7-1787-2D3E-89A93653B0C6}"/>
              </a:ext>
            </a:extLst>
          </p:cNvPr>
          <p:cNvPicPr>
            <a:picLocks noChangeAspect="1"/>
          </p:cNvPicPr>
          <p:nvPr/>
        </p:nvPicPr>
        <p:blipFill>
          <a:blip r:embed="rId3"/>
          <a:stretch>
            <a:fillRect/>
          </a:stretch>
        </p:blipFill>
        <p:spPr>
          <a:xfrm>
            <a:off x="589969" y="666750"/>
            <a:ext cx="11049000" cy="5524500"/>
          </a:xfrm>
          <a:prstGeom prst="rect">
            <a:avLst/>
          </a:prstGeom>
        </p:spPr>
      </p:pic>
      <p:sp>
        <p:nvSpPr>
          <p:cNvPr id="3" name="Rectangle: Rounded Corners 2">
            <a:extLst>
              <a:ext uri="{FF2B5EF4-FFF2-40B4-BE49-F238E27FC236}">
                <a16:creationId xmlns:a16="http://schemas.microsoft.com/office/drawing/2014/main" id="{4BCE03F7-DE3C-3F49-3530-AC024B6C4D14}"/>
              </a:ext>
            </a:extLst>
          </p:cNvPr>
          <p:cNvSpPr/>
          <p:nvPr/>
        </p:nvSpPr>
        <p:spPr>
          <a:xfrm>
            <a:off x="1568417" y="1976906"/>
            <a:ext cx="1013917" cy="51242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3E08353-424D-26CA-D5C2-B8DCAD8645F3}"/>
              </a:ext>
            </a:extLst>
          </p:cNvPr>
          <p:cNvSpPr txBox="1"/>
          <p:nvPr/>
        </p:nvSpPr>
        <p:spPr>
          <a:xfrm>
            <a:off x="3847287" y="554720"/>
            <a:ext cx="221023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Device is verified and online</a:t>
            </a:r>
          </a:p>
        </p:txBody>
      </p:sp>
      <p:cxnSp>
        <p:nvCxnSpPr>
          <p:cNvPr id="7" name="Straight Arrow Connector 6">
            <a:extLst>
              <a:ext uri="{FF2B5EF4-FFF2-40B4-BE49-F238E27FC236}">
                <a16:creationId xmlns:a16="http://schemas.microsoft.com/office/drawing/2014/main" id="{929E31EE-1CCE-4E46-EE1A-C7135D470776}"/>
              </a:ext>
            </a:extLst>
          </p:cNvPr>
          <p:cNvCxnSpPr>
            <a:cxnSpLocks/>
            <a:stCxn id="6" idx="2"/>
          </p:cNvCxnSpPr>
          <p:nvPr/>
        </p:nvCxnSpPr>
        <p:spPr>
          <a:xfrm flipH="1">
            <a:off x="2582334" y="1201051"/>
            <a:ext cx="2370068" cy="1032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971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16E81-A896-6766-10C8-ABB4BDAABFB3}"/>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2FB7E0B8-46F1-F1F3-C267-E7372C1FC0B9}"/>
              </a:ext>
            </a:extLst>
          </p:cNvPr>
          <p:cNvSpPr>
            <a:spLocks noGrp="1"/>
          </p:cNvSpPr>
          <p:nvPr>
            <p:ph type="title"/>
          </p:nvPr>
        </p:nvSpPr>
        <p:spPr/>
        <p:txBody>
          <a:bodyPr/>
          <a:lstStyle/>
          <a:p>
            <a:r>
              <a:rPr lang="en-US"/>
              <a:t>1. How to see daisy chain devices on DL Connect website</a:t>
            </a:r>
            <a:endParaRPr lang="it-IT" dirty="0"/>
          </a:p>
        </p:txBody>
      </p:sp>
      <p:sp>
        <p:nvSpPr>
          <p:cNvPr id="2" name="AutoShape 2" descr="Open photo">
            <a:extLst>
              <a:ext uri="{FF2B5EF4-FFF2-40B4-BE49-F238E27FC236}">
                <a16:creationId xmlns:a16="http://schemas.microsoft.com/office/drawing/2014/main" id="{3AED8E1A-C8D6-A4A4-62A3-6B6D82E60A72}"/>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FEFF1C2-1782-2D02-A79C-0C177BD9F316}"/>
              </a:ext>
            </a:extLst>
          </p:cNvPr>
          <p:cNvPicPr>
            <a:picLocks noChangeAspect="1"/>
          </p:cNvPicPr>
          <p:nvPr/>
        </p:nvPicPr>
        <p:blipFill>
          <a:blip r:embed="rId3"/>
          <a:stretch>
            <a:fillRect/>
          </a:stretch>
        </p:blipFill>
        <p:spPr>
          <a:xfrm>
            <a:off x="427834" y="1360695"/>
            <a:ext cx="11336332" cy="4610743"/>
          </a:xfrm>
          <a:prstGeom prst="rect">
            <a:avLst/>
          </a:prstGeom>
        </p:spPr>
      </p:pic>
      <p:sp>
        <p:nvSpPr>
          <p:cNvPr id="3" name="Rectangle: Rounded Corners 2">
            <a:extLst>
              <a:ext uri="{FF2B5EF4-FFF2-40B4-BE49-F238E27FC236}">
                <a16:creationId xmlns:a16="http://schemas.microsoft.com/office/drawing/2014/main" id="{898CA026-BC1B-49CA-A1F3-80895D86D12F}"/>
              </a:ext>
            </a:extLst>
          </p:cNvPr>
          <p:cNvSpPr/>
          <p:nvPr/>
        </p:nvSpPr>
        <p:spPr>
          <a:xfrm>
            <a:off x="6444619" y="2141313"/>
            <a:ext cx="5319547" cy="97442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57008D-F71D-C628-A40D-667DF4CE602B}"/>
              </a:ext>
            </a:extLst>
          </p:cNvPr>
          <p:cNvSpPr txBox="1"/>
          <p:nvPr/>
        </p:nvSpPr>
        <p:spPr>
          <a:xfrm>
            <a:off x="9347201" y="576787"/>
            <a:ext cx="221023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Now you can send commands to device</a:t>
            </a:r>
          </a:p>
        </p:txBody>
      </p:sp>
      <p:cxnSp>
        <p:nvCxnSpPr>
          <p:cNvPr id="7" name="Straight Arrow Connector 6">
            <a:extLst>
              <a:ext uri="{FF2B5EF4-FFF2-40B4-BE49-F238E27FC236}">
                <a16:creationId xmlns:a16="http://schemas.microsoft.com/office/drawing/2014/main" id="{B624575D-E167-36AA-6083-77377679827C}"/>
              </a:ext>
            </a:extLst>
          </p:cNvPr>
          <p:cNvCxnSpPr>
            <a:cxnSpLocks/>
            <a:stCxn id="6" idx="2"/>
            <a:endCxn id="3" idx="0"/>
          </p:cNvCxnSpPr>
          <p:nvPr/>
        </p:nvCxnSpPr>
        <p:spPr>
          <a:xfrm flipH="1">
            <a:off x="9104393" y="1223118"/>
            <a:ext cx="1347923" cy="91819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28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5C8BF-5DCD-D678-E0BF-4AD56D4B247E}"/>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8B7E1A81-0A72-648C-0086-E13AF4E088A6}"/>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A96BF785-2DE9-6662-7DBC-F7B5E7A8D705}"/>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1">
            <a:extLst>
              <a:ext uri="{FF2B5EF4-FFF2-40B4-BE49-F238E27FC236}">
                <a16:creationId xmlns:a16="http://schemas.microsoft.com/office/drawing/2014/main" id="{299963BE-4C69-2DD7-F85F-5087F3EE9A8B}"/>
              </a:ext>
            </a:extLst>
          </p:cNvPr>
          <p:cNvSpPr>
            <a:spLocks noChangeArrowheads="1"/>
          </p:cNvSpPr>
          <p:nvPr/>
        </p:nvSpPr>
        <p:spPr bwMode="auto">
          <a:xfrm>
            <a:off x="914938" y="1884584"/>
            <a:ext cx="1036212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 update the firmware or configuration for an HHS device (child of an FRS device), you need to create an SDS package for the child device.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There are two types of SDS packages, depending on the FRS interface:</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If the FRS interface is </a:t>
            </a:r>
            <a:r>
              <a:rPr kumimoji="0" lang="en-US" altLang="en-US" b="0" i="0" u="none" strike="noStrike" cap="none" normalizeH="0" baseline="0" dirty="0">
                <a:ln>
                  <a:noFill/>
                </a:ln>
                <a:solidFill>
                  <a:schemeClr val="tx1"/>
                </a:solidFill>
                <a:effectLst/>
                <a:highlight>
                  <a:srgbClr val="FFFF00"/>
                </a:highlight>
                <a:latin typeface="Arial" panose="020B0604020202020204" pitchFamily="34" charset="0"/>
              </a:rPr>
              <a:t>USB-COM, use an </a:t>
            </a:r>
            <a:r>
              <a:rPr kumimoji="0" lang="en-US" altLang="en-US" b="1" i="0" u="none" strike="noStrike" cap="none" normalizeH="0" baseline="0" dirty="0">
                <a:ln>
                  <a:noFill/>
                </a:ln>
                <a:solidFill>
                  <a:schemeClr val="tx1"/>
                </a:solidFill>
                <a:effectLst/>
                <a:highlight>
                  <a:srgbClr val="FFFF00"/>
                </a:highlight>
                <a:latin typeface="Arial" panose="020B0604020202020204" pitchFamily="34" charset="0"/>
              </a:rPr>
              <a:t>S37</a:t>
            </a:r>
            <a:r>
              <a:rPr kumimoji="0" lang="en-US" altLang="en-US" b="0" i="0" u="none" strike="noStrike" cap="none" normalizeH="0" baseline="0" dirty="0">
                <a:ln>
                  <a:noFill/>
                </a:ln>
                <a:solidFill>
                  <a:schemeClr val="tx1"/>
                </a:solidFill>
                <a:effectLst/>
                <a:highlight>
                  <a:srgbClr val="FFFF00"/>
                </a:highlight>
                <a:latin typeface="Arial" panose="020B0604020202020204" pitchFamily="34" charset="0"/>
              </a:rPr>
              <a:t> file</a:t>
            </a:r>
            <a:r>
              <a:rPr kumimoji="0" lang="en-US" altLang="en-US"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If the FRS interface is </a:t>
            </a:r>
            <a:r>
              <a:rPr kumimoji="0" lang="en-US" altLang="en-US" b="0" i="0" u="none" strike="noStrike" cap="none" normalizeH="0" baseline="0" dirty="0">
                <a:ln>
                  <a:noFill/>
                </a:ln>
                <a:solidFill>
                  <a:schemeClr val="tx1"/>
                </a:solidFill>
                <a:effectLst/>
                <a:highlight>
                  <a:srgbClr val="FFFF00"/>
                </a:highlight>
                <a:latin typeface="Arial" panose="020B0604020202020204" pitchFamily="34" charset="0"/>
              </a:rPr>
              <a:t>USB-OEM, use a </a:t>
            </a:r>
            <a:r>
              <a:rPr kumimoji="0" lang="en-US" altLang="en-US" b="1" i="0" u="none" strike="noStrike" cap="none" normalizeH="0" baseline="0" dirty="0">
                <a:ln>
                  <a:noFill/>
                </a:ln>
                <a:solidFill>
                  <a:schemeClr val="tx1"/>
                </a:solidFill>
                <a:effectLst/>
                <a:highlight>
                  <a:srgbClr val="FFFF00"/>
                </a:highlight>
                <a:latin typeface="Arial" panose="020B0604020202020204" pitchFamily="34" charset="0"/>
              </a:rPr>
              <a:t>DAT</a:t>
            </a:r>
            <a:r>
              <a:rPr kumimoji="0" lang="en-US" altLang="en-US" b="0" i="0" u="none" strike="noStrike" cap="none" normalizeH="0" baseline="0" dirty="0">
                <a:ln>
                  <a:noFill/>
                </a:ln>
                <a:solidFill>
                  <a:schemeClr val="tx1"/>
                </a:solidFill>
                <a:effectLst/>
                <a:highlight>
                  <a:srgbClr val="FFFF00"/>
                </a:highlight>
                <a:latin typeface="Arial" panose="020B0604020202020204" pitchFamily="34" charset="0"/>
              </a:rPr>
              <a:t> file</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015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DE2D-EA05-B52A-35C0-C6D9C3804D91}"/>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336AFC4C-9A24-5616-CBF8-266CF44EF506}"/>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4" name="Rectangle 1">
            <a:extLst>
              <a:ext uri="{FF2B5EF4-FFF2-40B4-BE49-F238E27FC236}">
                <a16:creationId xmlns:a16="http://schemas.microsoft.com/office/drawing/2014/main" id="{552B732D-A1FF-F2C3-7962-45D32B2ECEA7}"/>
              </a:ext>
            </a:extLst>
          </p:cNvPr>
          <p:cNvSpPr>
            <a:spLocks noChangeArrowheads="1"/>
          </p:cNvSpPr>
          <p:nvPr/>
        </p:nvSpPr>
        <p:spPr bwMode="auto">
          <a:xfrm>
            <a:off x="1680603" y="1835426"/>
            <a:ext cx="883079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solidFill>
                  <a:srgbClr val="FF0000"/>
                </a:solidFill>
              </a:rPr>
              <a:t>OUTLINE</a:t>
            </a:r>
          </a:p>
          <a:p>
            <a:endParaRPr lang="en-US" dirty="0"/>
          </a:p>
          <a:p>
            <a:r>
              <a:rPr lang="en-US" dirty="0"/>
              <a:t>2.1. Create SDS package for the HHS gun with USB-COM FRS, USB-COM HHS </a:t>
            </a:r>
          </a:p>
          <a:p>
            <a:r>
              <a:rPr lang="en-US" dirty="0"/>
              <a:t>2.2. Create SDS package for the HHS gun with USB-OEM FRS, USB-COM HHS</a:t>
            </a:r>
          </a:p>
          <a:p>
            <a:r>
              <a:rPr lang="en-US" dirty="0"/>
              <a:t>2.3. Upload SDS package on DL Connect website and trigger the package from remote</a:t>
            </a:r>
          </a:p>
        </p:txBody>
      </p:sp>
    </p:spTree>
    <p:extLst>
      <p:ext uri="{BB962C8B-B14F-4D97-AF65-F5344CB8AC3E}">
        <p14:creationId xmlns:p14="http://schemas.microsoft.com/office/powerpoint/2010/main" val="3297735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CB39-7240-F86B-3A7A-B74B87D2B24B}"/>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812A0FC7-0C17-5B33-1D7E-5D7D7B56FC02}"/>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398D8640-6D91-1841-20E1-7C024E7BF469}"/>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 name="Table 3">
            <a:extLst>
              <a:ext uri="{FF2B5EF4-FFF2-40B4-BE49-F238E27FC236}">
                <a16:creationId xmlns:a16="http://schemas.microsoft.com/office/drawing/2014/main" id="{A6D5F955-A584-8821-DB0A-B4F340B22D45}"/>
              </a:ext>
            </a:extLst>
          </p:cNvPr>
          <p:cNvGraphicFramePr>
            <a:graphicFrameLocks noGrp="1"/>
          </p:cNvGraphicFramePr>
          <p:nvPr>
            <p:extLst>
              <p:ext uri="{D42A27DB-BD31-4B8C-83A1-F6EECF244321}">
                <p14:modId xmlns:p14="http://schemas.microsoft.com/office/powerpoint/2010/main" val="2062751442"/>
              </p:ext>
            </p:extLst>
          </p:nvPr>
        </p:nvGraphicFramePr>
        <p:xfrm>
          <a:off x="1132736" y="2712096"/>
          <a:ext cx="10015767" cy="1010920"/>
        </p:xfrm>
        <a:graphic>
          <a:graphicData uri="http://schemas.openxmlformats.org/drawingml/2006/table">
            <a:tbl>
              <a:tblPr firstRow="1" bandRow="1">
                <a:tableStyleId>{5C22544A-7EE6-4342-B048-85BDC9FD1C3A}</a:tableStyleId>
              </a:tblPr>
              <a:tblGrid>
                <a:gridCol w="3338589">
                  <a:extLst>
                    <a:ext uri="{9D8B030D-6E8A-4147-A177-3AD203B41FA5}">
                      <a16:colId xmlns:a16="http://schemas.microsoft.com/office/drawing/2014/main" val="2134514943"/>
                    </a:ext>
                  </a:extLst>
                </a:gridCol>
                <a:gridCol w="3338589">
                  <a:extLst>
                    <a:ext uri="{9D8B030D-6E8A-4147-A177-3AD203B41FA5}">
                      <a16:colId xmlns:a16="http://schemas.microsoft.com/office/drawing/2014/main" val="467191791"/>
                    </a:ext>
                  </a:extLst>
                </a:gridCol>
                <a:gridCol w="3338589">
                  <a:extLst>
                    <a:ext uri="{9D8B030D-6E8A-4147-A177-3AD203B41FA5}">
                      <a16:colId xmlns:a16="http://schemas.microsoft.com/office/drawing/2014/main" val="3866323347"/>
                    </a:ext>
                  </a:extLst>
                </a:gridCol>
              </a:tblGrid>
              <a:tr h="370840">
                <a:tc>
                  <a:txBody>
                    <a:bodyPr/>
                    <a:lstStyle/>
                    <a:p>
                      <a:pPr algn="ctr"/>
                      <a:r>
                        <a:rPr lang="en-US" dirty="0"/>
                        <a:t>FRS (parent)</a:t>
                      </a:r>
                    </a:p>
                  </a:txBody>
                  <a:tcPr/>
                </a:tc>
                <a:tc>
                  <a:txBody>
                    <a:bodyPr/>
                    <a:lstStyle/>
                    <a:p>
                      <a:pPr algn="ctr"/>
                      <a:r>
                        <a:rPr lang="en-US" dirty="0"/>
                        <a:t>HHS(children)</a:t>
                      </a:r>
                    </a:p>
                  </a:txBody>
                  <a:tcPr/>
                </a:tc>
                <a:tc>
                  <a:txBody>
                    <a:bodyPr/>
                    <a:lstStyle/>
                    <a:p>
                      <a:pPr algn="ctr"/>
                      <a:r>
                        <a:rPr lang="en-US" dirty="0"/>
                        <a:t>HHS firmware/config file format required</a:t>
                      </a:r>
                    </a:p>
                  </a:txBody>
                  <a:tcPr/>
                </a:tc>
                <a:extLst>
                  <a:ext uri="{0D108BD9-81ED-4DB2-BD59-A6C34878D82A}">
                    <a16:rowId xmlns:a16="http://schemas.microsoft.com/office/drawing/2014/main" val="4224620022"/>
                  </a:ext>
                </a:extLst>
              </a:tr>
              <a:tr h="370840">
                <a:tc>
                  <a:txBody>
                    <a:bodyPr/>
                    <a:lstStyle/>
                    <a:p>
                      <a:pPr algn="ctr"/>
                      <a:r>
                        <a:rPr lang="en-US" dirty="0"/>
                        <a:t>USB-COM</a:t>
                      </a:r>
                    </a:p>
                  </a:txBody>
                  <a:tcPr/>
                </a:tc>
                <a:tc>
                  <a:txBody>
                    <a:bodyPr/>
                    <a:lstStyle/>
                    <a:p>
                      <a:pPr algn="ctr"/>
                      <a:r>
                        <a:rPr lang="en-US" dirty="0"/>
                        <a:t>USB-COM</a:t>
                      </a:r>
                    </a:p>
                  </a:txBody>
                  <a:tcPr/>
                </a:tc>
                <a:tc>
                  <a:txBody>
                    <a:bodyPr/>
                    <a:lstStyle/>
                    <a:p>
                      <a:pPr algn="ctr"/>
                      <a:r>
                        <a:rPr lang="en-US" dirty="0"/>
                        <a:t>.S37</a:t>
                      </a:r>
                    </a:p>
                  </a:txBody>
                  <a:tcPr/>
                </a:tc>
                <a:extLst>
                  <a:ext uri="{0D108BD9-81ED-4DB2-BD59-A6C34878D82A}">
                    <a16:rowId xmlns:a16="http://schemas.microsoft.com/office/drawing/2014/main" val="1797838283"/>
                  </a:ext>
                </a:extLst>
              </a:tr>
            </a:tbl>
          </a:graphicData>
        </a:graphic>
      </p:graphicFrame>
      <p:sp>
        <p:nvSpPr>
          <p:cNvPr id="5" name="Rectangle 4">
            <a:extLst>
              <a:ext uri="{FF2B5EF4-FFF2-40B4-BE49-F238E27FC236}">
                <a16:creationId xmlns:a16="http://schemas.microsoft.com/office/drawing/2014/main" id="{6E327D43-B345-98AF-3345-F9388BC14868}"/>
              </a:ext>
            </a:extLst>
          </p:cNvPr>
          <p:cNvSpPr/>
          <p:nvPr/>
        </p:nvSpPr>
        <p:spPr>
          <a:xfrm>
            <a:off x="5872758" y="1688868"/>
            <a:ext cx="53572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1</a:t>
            </a:r>
          </a:p>
        </p:txBody>
      </p:sp>
      <p:sp>
        <p:nvSpPr>
          <p:cNvPr id="7" name="TextBox 6">
            <a:extLst>
              <a:ext uri="{FF2B5EF4-FFF2-40B4-BE49-F238E27FC236}">
                <a16:creationId xmlns:a16="http://schemas.microsoft.com/office/drawing/2014/main" id="{12FC630E-0067-46AA-B07D-7154EF6CB10A}"/>
              </a:ext>
            </a:extLst>
          </p:cNvPr>
          <p:cNvSpPr txBox="1"/>
          <p:nvPr/>
        </p:nvSpPr>
        <p:spPr>
          <a:xfrm>
            <a:off x="1736439" y="4194396"/>
            <a:ext cx="8808359" cy="369332"/>
          </a:xfrm>
          <a:prstGeom prst="rect">
            <a:avLst/>
          </a:prstGeom>
          <a:noFill/>
        </p:spPr>
        <p:txBody>
          <a:bodyPr wrap="square">
            <a:spAutoFit/>
          </a:bodyPr>
          <a:lstStyle/>
          <a:p>
            <a:r>
              <a:rPr lang="en-US" dirty="0">
                <a:solidFill>
                  <a:srgbClr val="FF0000"/>
                </a:solidFill>
              </a:rPr>
              <a:t>First, you need to create a pass-through file for the HHS device using the HDFAT application.</a:t>
            </a:r>
          </a:p>
        </p:txBody>
      </p:sp>
      <p:sp>
        <p:nvSpPr>
          <p:cNvPr id="3" name="TextBox 2">
            <a:extLst>
              <a:ext uri="{FF2B5EF4-FFF2-40B4-BE49-F238E27FC236}">
                <a16:creationId xmlns:a16="http://schemas.microsoft.com/office/drawing/2014/main" id="{C921A004-EEFA-8417-F169-40064894698B}"/>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Tree>
    <p:extLst>
      <p:ext uri="{BB962C8B-B14F-4D97-AF65-F5344CB8AC3E}">
        <p14:creationId xmlns:p14="http://schemas.microsoft.com/office/powerpoint/2010/main" val="1648078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D88FF-F754-E16C-1C21-88EB1324B41D}"/>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A354018B-5BE5-F00C-D043-CB26DD543AB6}"/>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D9BBA989-F653-01ED-505B-656C90B36802}"/>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5E2867F2-6B83-4360-0DE4-750EA4884CB6}"/>
              </a:ext>
            </a:extLst>
          </p:cNvPr>
          <p:cNvPicPr>
            <a:picLocks noChangeAspect="1"/>
          </p:cNvPicPr>
          <p:nvPr/>
        </p:nvPicPr>
        <p:blipFill>
          <a:blip r:embed="rId3"/>
          <a:stretch>
            <a:fillRect/>
          </a:stretch>
        </p:blipFill>
        <p:spPr>
          <a:xfrm>
            <a:off x="6820363" y="1058362"/>
            <a:ext cx="5070729" cy="5271344"/>
          </a:xfrm>
          <a:prstGeom prst="rect">
            <a:avLst/>
          </a:prstGeom>
        </p:spPr>
      </p:pic>
      <p:pic>
        <p:nvPicPr>
          <p:cNvPr id="7" name="Picture 6">
            <a:extLst>
              <a:ext uri="{FF2B5EF4-FFF2-40B4-BE49-F238E27FC236}">
                <a16:creationId xmlns:a16="http://schemas.microsoft.com/office/drawing/2014/main" id="{26F9F10A-8AEB-E09B-D744-CA04F30D02E4}"/>
              </a:ext>
            </a:extLst>
          </p:cNvPr>
          <p:cNvPicPr>
            <a:picLocks noChangeAspect="1"/>
          </p:cNvPicPr>
          <p:nvPr/>
        </p:nvPicPr>
        <p:blipFill>
          <a:blip r:embed="rId4"/>
          <a:stretch>
            <a:fillRect/>
          </a:stretch>
        </p:blipFill>
        <p:spPr>
          <a:xfrm>
            <a:off x="426687" y="1581425"/>
            <a:ext cx="2019582" cy="1209844"/>
          </a:xfrm>
          <a:prstGeom prst="rect">
            <a:avLst/>
          </a:prstGeom>
        </p:spPr>
      </p:pic>
      <p:pic>
        <p:nvPicPr>
          <p:cNvPr id="10" name="Picture 9">
            <a:extLst>
              <a:ext uri="{FF2B5EF4-FFF2-40B4-BE49-F238E27FC236}">
                <a16:creationId xmlns:a16="http://schemas.microsoft.com/office/drawing/2014/main" id="{70AEF38A-F46F-A8B8-AC10-DCB7BEC21C74}"/>
              </a:ext>
            </a:extLst>
          </p:cNvPr>
          <p:cNvPicPr>
            <a:picLocks noChangeAspect="1"/>
          </p:cNvPicPr>
          <p:nvPr/>
        </p:nvPicPr>
        <p:blipFill>
          <a:blip r:embed="rId5"/>
          <a:stretch>
            <a:fillRect/>
          </a:stretch>
        </p:blipFill>
        <p:spPr>
          <a:xfrm>
            <a:off x="2901028" y="1122787"/>
            <a:ext cx="2810267" cy="5134692"/>
          </a:xfrm>
          <a:prstGeom prst="rect">
            <a:avLst/>
          </a:prstGeom>
        </p:spPr>
      </p:pic>
      <p:sp>
        <p:nvSpPr>
          <p:cNvPr id="3" name="TextBox 2">
            <a:extLst>
              <a:ext uri="{FF2B5EF4-FFF2-40B4-BE49-F238E27FC236}">
                <a16:creationId xmlns:a16="http://schemas.microsoft.com/office/drawing/2014/main" id="{51AF4FDA-2944-913C-B179-E6F909E7EF26}"/>
              </a:ext>
            </a:extLst>
          </p:cNvPr>
          <p:cNvSpPr txBox="1"/>
          <p:nvPr/>
        </p:nvSpPr>
        <p:spPr>
          <a:xfrm>
            <a:off x="641658" y="1291962"/>
            <a:ext cx="146386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Open Aladdin</a:t>
            </a:r>
          </a:p>
        </p:txBody>
      </p:sp>
      <p:sp>
        <p:nvSpPr>
          <p:cNvPr id="5" name="Rectangle: Rounded Corners 4">
            <a:extLst>
              <a:ext uri="{FF2B5EF4-FFF2-40B4-BE49-F238E27FC236}">
                <a16:creationId xmlns:a16="http://schemas.microsoft.com/office/drawing/2014/main" id="{6C727DA5-F7B8-340C-4906-8D0C3A8FA488}"/>
              </a:ext>
            </a:extLst>
          </p:cNvPr>
          <p:cNvSpPr/>
          <p:nvPr/>
        </p:nvSpPr>
        <p:spPr>
          <a:xfrm>
            <a:off x="2742939" y="3149605"/>
            <a:ext cx="1634328" cy="381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349A1C0-1978-FB16-537A-ABAE700640A1}"/>
              </a:ext>
            </a:extLst>
          </p:cNvPr>
          <p:cNvCxnSpPr>
            <a:cxnSpLocks/>
            <a:stCxn id="12" idx="0"/>
            <a:endCxn id="5" idx="1"/>
          </p:cNvCxnSpPr>
          <p:nvPr/>
        </p:nvCxnSpPr>
        <p:spPr>
          <a:xfrm flipV="1">
            <a:off x="1675056" y="3340105"/>
            <a:ext cx="1067883" cy="56969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BAB2C9A-02A6-6528-BCD0-78FAB53D4834}"/>
              </a:ext>
            </a:extLst>
          </p:cNvPr>
          <p:cNvSpPr txBox="1"/>
          <p:nvPr/>
        </p:nvSpPr>
        <p:spPr>
          <a:xfrm>
            <a:off x="755028" y="3909802"/>
            <a:ext cx="184005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Open HDFAT</a:t>
            </a:r>
          </a:p>
        </p:txBody>
      </p:sp>
      <p:sp>
        <p:nvSpPr>
          <p:cNvPr id="11" name="TextBox 10">
            <a:extLst>
              <a:ext uri="{FF2B5EF4-FFF2-40B4-BE49-F238E27FC236}">
                <a16:creationId xmlns:a16="http://schemas.microsoft.com/office/drawing/2014/main" id="{38752573-1295-24CF-E08F-012F81469031}"/>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14" name="TextBox 13">
            <a:extLst>
              <a:ext uri="{FF2B5EF4-FFF2-40B4-BE49-F238E27FC236}">
                <a16:creationId xmlns:a16="http://schemas.microsoft.com/office/drawing/2014/main" id="{34E3F45B-3F35-9C97-10B4-C59E53DCA9FB}"/>
              </a:ext>
            </a:extLst>
          </p:cNvPr>
          <p:cNvSpPr txBox="1"/>
          <p:nvPr/>
        </p:nvSpPr>
        <p:spPr>
          <a:xfrm>
            <a:off x="421574" y="1122787"/>
            <a:ext cx="301686" cy="369332"/>
          </a:xfrm>
          <a:prstGeom prst="rect">
            <a:avLst/>
          </a:prstGeom>
          <a:solidFill>
            <a:srgbClr val="FF0000"/>
          </a:solid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5EEB919F-03F2-805D-2774-1F54AEB0983C}"/>
              </a:ext>
            </a:extLst>
          </p:cNvPr>
          <p:cNvSpPr txBox="1"/>
          <p:nvPr/>
        </p:nvSpPr>
        <p:spPr>
          <a:xfrm>
            <a:off x="2522806" y="2919749"/>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2577924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24D4-53E6-9FB3-5766-9FF755A75956}"/>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E609EF18-AA82-3D33-D52E-81ED12E614A5}"/>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5BA7D4EB-56DD-F771-7600-24BB6A28AC82}"/>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289E4B0E-EC6E-A1B2-F6D2-29CDE78FB7C9}"/>
              </a:ext>
            </a:extLst>
          </p:cNvPr>
          <p:cNvPicPr>
            <a:picLocks noChangeAspect="1"/>
          </p:cNvPicPr>
          <p:nvPr/>
        </p:nvPicPr>
        <p:blipFill>
          <a:blip r:embed="rId3"/>
          <a:stretch>
            <a:fillRect/>
          </a:stretch>
        </p:blipFill>
        <p:spPr>
          <a:xfrm>
            <a:off x="460907" y="3694496"/>
            <a:ext cx="5925377" cy="695422"/>
          </a:xfrm>
          <a:prstGeom prst="rect">
            <a:avLst/>
          </a:prstGeom>
        </p:spPr>
      </p:pic>
      <p:pic>
        <p:nvPicPr>
          <p:cNvPr id="6" name="Picture 5">
            <a:extLst>
              <a:ext uri="{FF2B5EF4-FFF2-40B4-BE49-F238E27FC236}">
                <a16:creationId xmlns:a16="http://schemas.microsoft.com/office/drawing/2014/main" id="{1653E84B-24D0-2AA6-F550-0EB24EE6739A}"/>
              </a:ext>
            </a:extLst>
          </p:cNvPr>
          <p:cNvPicPr>
            <a:picLocks noChangeAspect="1"/>
          </p:cNvPicPr>
          <p:nvPr/>
        </p:nvPicPr>
        <p:blipFill>
          <a:blip r:embed="rId4"/>
          <a:srcRect b="84528"/>
          <a:stretch>
            <a:fillRect/>
          </a:stretch>
        </p:blipFill>
        <p:spPr>
          <a:xfrm>
            <a:off x="460907" y="2181999"/>
            <a:ext cx="5278897" cy="849068"/>
          </a:xfrm>
          <a:prstGeom prst="rect">
            <a:avLst/>
          </a:prstGeom>
        </p:spPr>
      </p:pic>
      <p:pic>
        <p:nvPicPr>
          <p:cNvPr id="11" name="Picture 10">
            <a:extLst>
              <a:ext uri="{FF2B5EF4-FFF2-40B4-BE49-F238E27FC236}">
                <a16:creationId xmlns:a16="http://schemas.microsoft.com/office/drawing/2014/main" id="{2A025A06-97D2-B2B9-22EB-3E9FD414BC48}"/>
              </a:ext>
            </a:extLst>
          </p:cNvPr>
          <p:cNvPicPr>
            <a:picLocks noChangeAspect="1"/>
          </p:cNvPicPr>
          <p:nvPr/>
        </p:nvPicPr>
        <p:blipFill>
          <a:blip r:embed="rId5"/>
          <a:stretch>
            <a:fillRect/>
          </a:stretch>
        </p:blipFill>
        <p:spPr>
          <a:xfrm>
            <a:off x="6861190" y="1213206"/>
            <a:ext cx="5029902" cy="5068007"/>
          </a:xfrm>
          <a:prstGeom prst="rect">
            <a:avLst/>
          </a:prstGeom>
        </p:spPr>
      </p:pic>
      <p:sp>
        <p:nvSpPr>
          <p:cNvPr id="3" name="Rectangle: Rounded Corners 2">
            <a:extLst>
              <a:ext uri="{FF2B5EF4-FFF2-40B4-BE49-F238E27FC236}">
                <a16:creationId xmlns:a16="http://schemas.microsoft.com/office/drawing/2014/main" id="{863B29EF-9C59-A064-FAA1-55A94D4DFD88}"/>
              </a:ext>
            </a:extLst>
          </p:cNvPr>
          <p:cNvSpPr/>
          <p:nvPr/>
        </p:nvSpPr>
        <p:spPr>
          <a:xfrm>
            <a:off x="460906" y="2402152"/>
            <a:ext cx="1748893" cy="42571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6D9D0145-EC48-E87F-3ECF-9DF14B3FBD3D}"/>
              </a:ext>
            </a:extLst>
          </p:cNvPr>
          <p:cNvCxnSpPr>
            <a:cxnSpLocks/>
            <a:stCxn id="7" idx="1"/>
          </p:cNvCxnSpPr>
          <p:nvPr/>
        </p:nvCxnSpPr>
        <p:spPr>
          <a:xfrm flipH="1">
            <a:off x="1335352" y="1848966"/>
            <a:ext cx="1019753" cy="56669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EEB6C6E-4D93-4F8E-3F36-035C4A857658}"/>
              </a:ext>
            </a:extLst>
          </p:cNvPr>
          <p:cNvSpPr txBox="1"/>
          <p:nvPr/>
        </p:nvSpPr>
        <p:spPr>
          <a:xfrm>
            <a:off x="2355105" y="1664300"/>
            <a:ext cx="395492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here to load .S37 file of HHS device</a:t>
            </a:r>
          </a:p>
        </p:txBody>
      </p:sp>
      <p:sp>
        <p:nvSpPr>
          <p:cNvPr id="13" name="Rectangle: Rounded Corners 12">
            <a:extLst>
              <a:ext uri="{FF2B5EF4-FFF2-40B4-BE49-F238E27FC236}">
                <a16:creationId xmlns:a16="http://schemas.microsoft.com/office/drawing/2014/main" id="{43A9CD59-2D11-9289-B02B-CECE0C58C6BF}"/>
              </a:ext>
            </a:extLst>
          </p:cNvPr>
          <p:cNvSpPr/>
          <p:nvPr/>
        </p:nvSpPr>
        <p:spPr>
          <a:xfrm>
            <a:off x="460906" y="3997675"/>
            <a:ext cx="1634328"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24D9F766-44E5-FD51-1B30-E0B8EE3AB3D0}"/>
              </a:ext>
            </a:extLst>
          </p:cNvPr>
          <p:cNvCxnSpPr>
            <a:cxnSpLocks/>
            <a:endCxn id="13" idx="2"/>
          </p:cNvCxnSpPr>
          <p:nvPr/>
        </p:nvCxnSpPr>
        <p:spPr>
          <a:xfrm flipV="1">
            <a:off x="1278070" y="4314533"/>
            <a:ext cx="0" cy="64254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2B50C2A-35E4-58D0-451C-B8798EEC41B3}"/>
              </a:ext>
            </a:extLst>
          </p:cNvPr>
          <p:cNvSpPr txBox="1"/>
          <p:nvPr/>
        </p:nvSpPr>
        <p:spPr>
          <a:xfrm>
            <a:off x="300908" y="4957082"/>
            <a:ext cx="592537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Here, I select the </a:t>
            </a:r>
            <a:r>
              <a:rPr lang="en-US" b="1" dirty="0"/>
              <a:t>.S37 firmware file (version 610165421)</a:t>
            </a:r>
            <a:r>
              <a:rPr lang="en-US" dirty="0"/>
              <a:t> for the </a:t>
            </a:r>
            <a:r>
              <a:rPr lang="en-US" dirty="0" err="1"/>
              <a:t>QuickScan</a:t>
            </a:r>
            <a:r>
              <a:rPr lang="en-US" dirty="0"/>
              <a:t> QD2590 because I want to update the firmware. If you want to update the configuration of the HHS device, select the </a:t>
            </a:r>
            <a:r>
              <a:rPr lang="en-US" b="1" dirty="0"/>
              <a:t>.S37 configuration file</a:t>
            </a:r>
            <a:r>
              <a:rPr lang="en-US" dirty="0"/>
              <a:t> instead.</a:t>
            </a:r>
          </a:p>
        </p:txBody>
      </p:sp>
      <p:sp>
        <p:nvSpPr>
          <p:cNvPr id="10" name="TextBox 9">
            <a:extLst>
              <a:ext uri="{FF2B5EF4-FFF2-40B4-BE49-F238E27FC236}">
                <a16:creationId xmlns:a16="http://schemas.microsoft.com/office/drawing/2014/main" id="{CDFDE3FC-34FA-734C-BC72-F261FC4B79CD}"/>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19" name="Rectangle: Rounded Corners 18">
            <a:extLst>
              <a:ext uri="{FF2B5EF4-FFF2-40B4-BE49-F238E27FC236}">
                <a16:creationId xmlns:a16="http://schemas.microsoft.com/office/drawing/2014/main" id="{53450FCB-1E04-A25D-472A-B601F467D7A1}"/>
              </a:ext>
            </a:extLst>
          </p:cNvPr>
          <p:cNvSpPr/>
          <p:nvPr/>
        </p:nvSpPr>
        <p:spPr>
          <a:xfrm>
            <a:off x="6808313" y="2257228"/>
            <a:ext cx="229335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6CB6686-6063-B0FC-8BB5-3DEF8A96788E}"/>
              </a:ext>
            </a:extLst>
          </p:cNvPr>
          <p:cNvCxnSpPr>
            <a:cxnSpLocks/>
            <a:endCxn id="19" idx="0"/>
          </p:cNvCxnSpPr>
          <p:nvPr/>
        </p:nvCxnSpPr>
        <p:spPr>
          <a:xfrm flipH="1">
            <a:off x="7954990" y="965200"/>
            <a:ext cx="985810" cy="129202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3261D7C-BBF5-ADC6-3F90-39E41D6DBED6}"/>
              </a:ext>
            </a:extLst>
          </p:cNvPr>
          <p:cNvSpPr txBox="1"/>
          <p:nvPr/>
        </p:nvSpPr>
        <p:spPr>
          <a:xfrm>
            <a:off x="8489125" y="596961"/>
            <a:ext cx="109857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here</a:t>
            </a:r>
          </a:p>
        </p:txBody>
      </p:sp>
      <p:sp>
        <p:nvSpPr>
          <p:cNvPr id="24" name="TextBox 23">
            <a:extLst>
              <a:ext uri="{FF2B5EF4-FFF2-40B4-BE49-F238E27FC236}">
                <a16:creationId xmlns:a16="http://schemas.microsoft.com/office/drawing/2014/main" id="{A8D955CB-0DD3-33C9-34B4-F168A601D0C7}"/>
              </a:ext>
            </a:extLst>
          </p:cNvPr>
          <p:cNvSpPr txBox="1"/>
          <p:nvPr/>
        </p:nvSpPr>
        <p:spPr>
          <a:xfrm>
            <a:off x="237867" y="2177491"/>
            <a:ext cx="301686" cy="369332"/>
          </a:xfrm>
          <a:prstGeom prst="rect">
            <a:avLst/>
          </a:prstGeom>
          <a:solidFill>
            <a:srgbClr val="FF0000"/>
          </a:solidFill>
        </p:spPr>
        <p:txBody>
          <a:bodyPr wrap="none" rtlCol="0">
            <a:spAutoFit/>
          </a:bodyPr>
          <a:lstStyle/>
          <a:p>
            <a:r>
              <a:rPr lang="en-US" dirty="0"/>
              <a:t>1</a:t>
            </a:r>
          </a:p>
        </p:txBody>
      </p:sp>
      <p:sp>
        <p:nvSpPr>
          <p:cNvPr id="25" name="TextBox 24">
            <a:extLst>
              <a:ext uri="{FF2B5EF4-FFF2-40B4-BE49-F238E27FC236}">
                <a16:creationId xmlns:a16="http://schemas.microsoft.com/office/drawing/2014/main" id="{56123844-A711-8F6F-4CF9-5F8A3C933768}"/>
              </a:ext>
            </a:extLst>
          </p:cNvPr>
          <p:cNvSpPr txBox="1"/>
          <p:nvPr/>
        </p:nvSpPr>
        <p:spPr>
          <a:xfrm>
            <a:off x="300908" y="3786772"/>
            <a:ext cx="301686" cy="369332"/>
          </a:xfrm>
          <a:prstGeom prst="rect">
            <a:avLst/>
          </a:prstGeom>
          <a:solidFill>
            <a:srgbClr val="FF0000"/>
          </a:solidFill>
        </p:spPr>
        <p:txBody>
          <a:bodyPr wrap="none" rtlCol="0">
            <a:spAutoFit/>
          </a:bodyPr>
          <a:lstStyle/>
          <a:p>
            <a:r>
              <a:rPr lang="en-US" dirty="0"/>
              <a:t>2</a:t>
            </a:r>
          </a:p>
        </p:txBody>
      </p:sp>
      <p:sp>
        <p:nvSpPr>
          <p:cNvPr id="26" name="TextBox 25">
            <a:extLst>
              <a:ext uri="{FF2B5EF4-FFF2-40B4-BE49-F238E27FC236}">
                <a16:creationId xmlns:a16="http://schemas.microsoft.com/office/drawing/2014/main" id="{5958CAAA-602F-8F41-5FDF-504ADE1E0344}"/>
              </a:ext>
            </a:extLst>
          </p:cNvPr>
          <p:cNvSpPr txBox="1"/>
          <p:nvPr/>
        </p:nvSpPr>
        <p:spPr>
          <a:xfrm>
            <a:off x="6629402" y="2033632"/>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2053953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CA8AD-BF74-C28D-F25D-2CAADAA588B6}"/>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53F29257-2EE7-BAD1-5F3A-C0397B910FF8}"/>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CD710634-306B-B35B-D83B-DD936E611B7B}"/>
              </a:ext>
            </a:extLst>
          </p:cNvPr>
          <p:cNvSpPr>
            <a:spLocks noChangeAspect="1" noChangeArrowheads="1"/>
          </p:cNvSpPr>
          <p:nvPr/>
        </p:nvSpPr>
        <p:spPr bwMode="auto">
          <a:xfrm>
            <a:off x="2584321" y="572213"/>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9FABBBEE-FB34-1C0D-B9EB-807221C9BF82}"/>
              </a:ext>
            </a:extLst>
          </p:cNvPr>
          <p:cNvPicPr>
            <a:picLocks noChangeAspect="1"/>
          </p:cNvPicPr>
          <p:nvPr/>
        </p:nvPicPr>
        <p:blipFill>
          <a:blip r:embed="rId3"/>
          <a:stretch>
            <a:fillRect/>
          </a:stretch>
        </p:blipFill>
        <p:spPr>
          <a:xfrm>
            <a:off x="300908" y="1469839"/>
            <a:ext cx="2991267" cy="2648320"/>
          </a:xfrm>
          <a:prstGeom prst="rect">
            <a:avLst/>
          </a:prstGeom>
        </p:spPr>
      </p:pic>
      <p:pic>
        <p:nvPicPr>
          <p:cNvPr id="12" name="Picture 11">
            <a:extLst>
              <a:ext uri="{FF2B5EF4-FFF2-40B4-BE49-F238E27FC236}">
                <a16:creationId xmlns:a16="http://schemas.microsoft.com/office/drawing/2014/main" id="{BF94F1EA-4472-B809-31D0-548798408793}"/>
              </a:ext>
            </a:extLst>
          </p:cNvPr>
          <p:cNvPicPr>
            <a:picLocks noChangeAspect="1"/>
          </p:cNvPicPr>
          <p:nvPr/>
        </p:nvPicPr>
        <p:blipFill>
          <a:blip r:embed="rId4"/>
          <a:stretch>
            <a:fillRect/>
          </a:stretch>
        </p:blipFill>
        <p:spPr>
          <a:xfrm>
            <a:off x="4742963" y="1414423"/>
            <a:ext cx="6973273" cy="3486637"/>
          </a:xfrm>
          <a:prstGeom prst="rect">
            <a:avLst/>
          </a:prstGeom>
        </p:spPr>
      </p:pic>
      <p:pic>
        <p:nvPicPr>
          <p:cNvPr id="5" name="Picture 4">
            <a:extLst>
              <a:ext uri="{FF2B5EF4-FFF2-40B4-BE49-F238E27FC236}">
                <a16:creationId xmlns:a16="http://schemas.microsoft.com/office/drawing/2014/main" id="{EA63BC68-88C6-5416-8F92-9686E4FD4355}"/>
              </a:ext>
            </a:extLst>
          </p:cNvPr>
          <p:cNvPicPr>
            <a:picLocks noChangeAspect="1"/>
          </p:cNvPicPr>
          <p:nvPr/>
        </p:nvPicPr>
        <p:blipFill>
          <a:blip r:embed="rId5"/>
          <a:stretch>
            <a:fillRect/>
          </a:stretch>
        </p:blipFill>
        <p:spPr>
          <a:xfrm>
            <a:off x="4952402" y="5603296"/>
            <a:ext cx="5849166" cy="333422"/>
          </a:xfrm>
          <a:prstGeom prst="rect">
            <a:avLst/>
          </a:prstGeom>
        </p:spPr>
      </p:pic>
      <p:sp>
        <p:nvSpPr>
          <p:cNvPr id="6" name="TextBox 5">
            <a:extLst>
              <a:ext uri="{FF2B5EF4-FFF2-40B4-BE49-F238E27FC236}">
                <a16:creationId xmlns:a16="http://schemas.microsoft.com/office/drawing/2014/main" id="{B67F0E45-C2CB-27F0-11EE-D969AD563AD3}"/>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7" name="Rectangle: Rounded Corners 6">
            <a:extLst>
              <a:ext uri="{FF2B5EF4-FFF2-40B4-BE49-F238E27FC236}">
                <a16:creationId xmlns:a16="http://schemas.microsoft.com/office/drawing/2014/main" id="{67C831DB-5710-9565-BAB1-77ED7B1637DC}"/>
              </a:ext>
            </a:extLst>
          </p:cNvPr>
          <p:cNvSpPr/>
          <p:nvPr/>
        </p:nvSpPr>
        <p:spPr>
          <a:xfrm>
            <a:off x="401639" y="3270571"/>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F15E221-7BFB-4D0D-F2AB-23E78B113917}"/>
              </a:ext>
            </a:extLst>
          </p:cNvPr>
          <p:cNvCxnSpPr>
            <a:cxnSpLocks/>
            <a:endCxn id="7" idx="2"/>
          </p:cNvCxnSpPr>
          <p:nvPr/>
        </p:nvCxnSpPr>
        <p:spPr>
          <a:xfrm flipV="1">
            <a:off x="1288786" y="3587429"/>
            <a:ext cx="0" cy="64254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6A960B1-5084-56FB-5354-1B675BB03E38}"/>
              </a:ext>
            </a:extLst>
          </p:cNvPr>
          <p:cNvSpPr txBox="1"/>
          <p:nvPr/>
        </p:nvSpPr>
        <p:spPr>
          <a:xfrm>
            <a:off x="241641" y="4229978"/>
            <a:ext cx="424569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t>Then, select the FRS parent device of the HHS gun. In my setup, I use a Magellan 9600i and a PD2590, so I select the 9600.</a:t>
            </a:r>
            <a:endParaRPr lang="en-US" dirty="0"/>
          </a:p>
        </p:txBody>
      </p:sp>
      <p:sp>
        <p:nvSpPr>
          <p:cNvPr id="14" name="Rectangle: Rounded Corners 13">
            <a:extLst>
              <a:ext uri="{FF2B5EF4-FFF2-40B4-BE49-F238E27FC236}">
                <a16:creationId xmlns:a16="http://schemas.microsoft.com/office/drawing/2014/main" id="{966255A0-252D-6C69-0BF9-F77DA9698630}"/>
              </a:ext>
            </a:extLst>
          </p:cNvPr>
          <p:cNvSpPr/>
          <p:nvPr/>
        </p:nvSpPr>
        <p:spPr>
          <a:xfrm>
            <a:off x="4734496" y="4433198"/>
            <a:ext cx="2275904" cy="4827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204BAEF-ABF8-E7D7-602C-AE8E31E280CA}"/>
              </a:ext>
            </a:extLst>
          </p:cNvPr>
          <p:cNvCxnSpPr>
            <a:cxnSpLocks/>
            <a:stCxn id="16" idx="1"/>
            <a:endCxn id="14" idx="3"/>
          </p:cNvCxnSpPr>
          <p:nvPr/>
        </p:nvCxnSpPr>
        <p:spPr>
          <a:xfrm flipH="1" flipV="1">
            <a:off x="7010400" y="4674554"/>
            <a:ext cx="586188" cy="55259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296285D-7797-ACB7-3C99-9D9DCE2FDB5A}"/>
              </a:ext>
            </a:extLst>
          </p:cNvPr>
          <p:cNvSpPr txBox="1"/>
          <p:nvPr/>
        </p:nvSpPr>
        <p:spPr>
          <a:xfrm>
            <a:off x="7596588" y="5042481"/>
            <a:ext cx="424569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Then, click here to create pass through file.</a:t>
            </a:r>
          </a:p>
        </p:txBody>
      </p:sp>
      <p:cxnSp>
        <p:nvCxnSpPr>
          <p:cNvPr id="19" name="Straight Arrow Connector 18">
            <a:extLst>
              <a:ext uri="{FF2B5EF4-FFF2-40B4-BE49-F238E27FC236}">
                <a16:creationId xmlns:a16="http://schemas.microsoft.com/office/drawing/2014/main" id="{AEEBC771-F3F0-D106-C263-E09C276BE868}"/>
              </a:ext>
            </a:extLst>
          </p:cNvPr>
          <p:cNvCxnSpPr>
            <a:cxnSpLocks/>
            <a:stCxn id="20" idx="3"/>
            <a:endCxn id="5" idx="1"/>
          </p:cNvCxnSpPr>
          <p:nvPr/>
        </p:nvCxnSpPr>
        <p:spPr>
          <a:xfrm>
            <a:off x="4298779" y="5769146"/>
            <a:ext cx="653623" cy="86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0DDBB2F-9406-8B91-0BE6-4376977E41D6}"/>
              </a:ext>
            </a:extLst>
          </p:cNvPr>
          <p:cNvSpPr txBox="1"/>
          <p:nvPr/>
        </p:nvSpPr>
        <p:spPr>
          <a:xfrm>
            <a:off x="568657" y="5584480"/>
            <a:ext cx="373012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Now we have .S37 passthrough file</a:t>
            </a:r>
          </a:p>
        </p:txBody>
      </p:sp>
      <p:sp>
        <p:nvSpPr>
          <p:cNvPr id="27" name="Rectangle: Rounded Corners 26">
            <a:extLst>
              <a:ext uri="{FF2B5EF4-FFF2-40B4-BE49-F238E27FC236}">
                <a16:creationId xmlns:a16="http://schemas.microsoft.com/office/drawing/2014/main" id="{F075AEB5-FC06-8E29-A6EF-D828EAA22F7B}"/>
              </a:ext>
            </a:extLst>
          </p:cNvPr>
          <p:cNvSpPr/>
          <p:nvPr/>
        </p:nvSpPr>
        <p:spPr>
          <a:xfrm>
            <a:off x="2074199" y="2063281"/>
            <a:ext cx="1360212"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7876E43E-18E3-2AC7-913F-FB703C7C740E}"/>
              </a:ext>
            </a:extLst>
          </p:cNvPr>
          <p:cNvCxnSpPr>
            <a:cxnSpLocks/>
            <a:stCxn id="29" idx="0"/>
            <a:endCxn id="27" idx="2"/>
          </p:cNvCxnSpPr>
          <p:nvPr/>
        </p:nvCxnSpPr>
        <p:spPr>
          <a:xfrm flipH="1" flipV="1">
            <a:off x="2754305" y="2380139"/>
            <a:ext cx="513073" cy="3671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D6506E3-B89F-37BC-57CC-83E8D0C8DFA0}"/>
              </a:ext>
            </a:extLst>
          </p:cNvPr>
          <p:cNvSpPr txBox="1"/>
          <p:nvPr/>
        </p:nvSpPr>
        <p:spPr>
          <a:xfrm>
            <a:off x="2641883" y="2747321"/>
            <a:ext cx="125099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Check this</a:t>
            </a:r>
          </a:p>
        </p:txBody>
      </p:sp>
      <p:sp>
        <p:nvSpPr>
          <p:cNvPr id="30" name="TextBox 29">
            <a:extLst>
              <a:ext uri="{FF2B5EF4-FFF2-40B4-BE49-F238E27FC236}">
                <a16:creationId xmlns:a16="http://schemas.microsoft.com/office/drawing/2014/main" id="{74720C06-A7C0-089C-EC56-AA745B7988CC}"/>
              </a:ext>
            </a:extLst>
          </p:cNvPr>
          <p:cNvSpPr txBox="1"/>
          <p:nvPr/>
        </p:nvSpPr>
        <p:spPr>
          <a:xfrm>
            <a:off x="1831750" y="1796690"/>
            <a:ext cx="301686" cy="369332"/>
          </a:xfrm>
          <a:prstGeom prst="rect">
            <a:avLst/>
          </a:prstGeom>
          <a:solidFill>
            <a:srgbClr val="FF0000"/>
          </a:solidFill>
        </p:spPr>
        <p:txBody>
          <a:bodyPr wrap="none" rtlCol="0">
            <a:spAutoFit/>
          </a:bodyPr>
          <a:lstStyle/>
          <a:p>
            <a:r>
              <a:rPr lang="en-US" dirty="0"/>
              <a:t>1</a:t>
            </a:r>
          </a:p>
        </p:txBody>
      </p:sp>
      <p:sp>
        <p:nvSpPr>
          <p:cNvPr id="31" name="TextBox 30">
            <a:extLst>
              <a:ext uri="{FF2B5EF4-FFF2-40B4-BE49-F238E27FC236}">
                <a16:creationId xmlns:a16="http://schemas.microsoft.com/office/drawing/2014/main" id="{5B0DE132-BF9B-0484-777A-EF4EC086C74E}"/>
              </a:ext>
            </a:extLst>
          </p:cNvPr>
          <p:cNvSpPr txBox="1"/>
          <p:nvPr/>
        </p:nvSpPr>
        <p:spPr>
          <a:xfrm>
            <a:off x="196244" y="2973075"/>
            <a:ext cx="301686" cy="369332"/>
          </a:xfrm>
          <a:prstGeom prst="rect">
            <a:avLst/>
          </a:prstGeom>
          <a:solidFill>
            <a:srgbClr val="FF0000"/>
          </a:solidFill>
        </p:spPr>
        <p:txBody>
          <a:bodyPr wrap="none" rtlCol="0">
            <a:spAutoFit/>
          </a:bodyPr>
          <a:lstStyle/>
          <a:p>
            <a:r>
              <a:rPr lang="en-US" dirty="0"/>
              <a:t>2</a:t>
            </a:r>
          </a:p>
        </p:txBody>
      </p:sp>
      <p:sp>
        <p:nvSpPr>
          <p:cNvPr id="32" name="TextBox 31">
            <a:extLst>
              <a:ext uri="{FF2B5EF4-FFF2-40B4-BE49-F238E27FC236}">
                <a16:creationId xmlns:a16="http://schemas.microsoft.com/office/drawing/2014/main" id="{1D393B01-D327-2851-078E-BFCE72941F45}"/>
              </a:ext>
            </a:extLst>
          </p:cNvPr>
          <p:cNvSpPr txBox="1"/>
          <p:nvPr/>
        </p:nvSpPr>
        <p:spPr>
          <a:xfrm>
            <a:off x="4554764" y="4199538"/>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4268053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4932-11EB-F474-8301-75403598A82B}"/>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FD8DA8F1-F0BA-8885-6068-437E4EA990B0}"/>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CD4C7051-4CCB-5066-1BB8-9563D8CF9537}"/>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3F9EE68-5B5B-C33A-0912-D204DDE89317}"/>
              </a:ext>
            </a:extLst>
          </p:cNvPr>
          <p:cNvPicPr>
            <a:picLocks noChangeAspect="1"/>
          </p:cNvPicPr>
          <p:nvPr/>
        </p:nvPicPr>
        <p:blipFill>
          <a:blip r:embed="rId3"/>
          <a:stretch>
            <a:fillRect/>
          </a:stretch>
        </p:blipFill>
        <p:spPr>
          <a:xfrm>
            <a:off x="2306152" y="1106864"/>
            <a:ext cx="7804401" cy="5269345"/>
          </a:xfrm>
          <a:prstGeom prst="rect">
            <a:avLst/>
          </a:prstGeom>
        </p:spPr>
      </p:pic>
      <p:sp>
        <p:nvSpPr>
          <p:cNvPr id="4" name="TextBox 3">
            <a:extLst>
              <a:ext uri="{FF2B5EF4-FFF2-40B4-BE49-F238E27FC236}">
                <a16:creationId xmlns:a16="http://schemas.microsoft.com/office/drawing/2014/main" id="{A8670DCE-C264-8CF9-CA9D-048595C0BEFD}"/>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6" name="Rectangle: Rounded Corners 5">
            <a:extLst>
              <a:ext uri="{FF2B5EF4-FFF2-40B4-BE49-F238E27FC236}">
                <a16:creationId xmlns:a16="http://schemas.microsoft.com/office/drawing/2014/main" id="{9BD69E3E-F661-07F7-8887-2061A51A60E8}"/>
              </a:ext>
            </a:extLst>
          </p:cNvPr>
          <p:cNvSpPr/>
          <p:nvPr/>
        </p:nvSpPr>
        <p:spPr>
          <a:xfrm>
            <a:off x="3153305" y="3478942"/>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27AA145-4B03-25BE-58FC-1D05404FF21E}"/>
              </a:ext>
            </a:extLst>
          </p:cNvPr>
          <p:cNvCxnSpPr>
            <a:cxnSpLocks/>
            <a:endCxn id="6" idx="2"/>
          </p:cNvCxnSpPr>
          <p:nvPr/>
        </p:nvCxnSpPr>
        <p:spPr>
          <a:xfrm flipV="1">
            <a:off x="4040452" y="3795800"/>
            <a:ext cx="0" cy="43417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1484B9A-B23E-D014-1A6C-91927B5679DB}"/>
              </a:ext>
            </a:extLst>
          </p:cNvPr>
          <p:cNvSpPr txBox="1"/>
          <p:nvPr/>
        </p:nvSpPr>
        <p:spPr>
          <a:xfrm>
            <a:off x="1346199" y="4229978"/>
            <a:ext cx="314113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Fill HHS device model name</a:t>
            </a:r>
          </a:p>
        </p:txBody>
      </p:sp>
      <p:sp>
        <p:nvSpPr>
          <p:cNvPr id="10" name="TextBox 9">
            <a:extLst>
              <a:ext uri="{FF2B5EF4-FFF2-40B4-BE49-F238E27FC236}">
                <a16:creationId xmlns:a16="http://schemas.microsoft.com/office/drawing/2014/main" id="{E531B9A5-5A1C-5127-F282-79BC7B8EA848}"/>
              </a:ext>
            </a:extLst>
          </p:cNvPr>
          <p:cNvSpPr txBox="1"/>
          <p:nvPr/>
        </p:nvSpPr>
        <p:spPr>
          <a:xfrm>
            <a:off x="241641" y="1301613"/>
            <a:ext cx="1774294"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In Aladdin, open “SDS Package” page</a:t>
            </a:r>
          </a:p>
        </p:txBody>
      </p:sp>
      <p:sp>
        <p:nvSpPr>
          <p:cNvPr id="11" name="Rectangle: Rounded Corners 10">
            <a:extLst>
              <a:ext uri="{FF2B5EF4-FFF2-40B4-BE49-F238E27FC236}">
                <a16:creationId xmlns:a16="http://schemas.microsoft.com/office/drawing/2014/main" id="{3F24D82F-4E4A-90D1-1B07-ECEFEC096116}"/>
              </a:ext>
            </a:extLst>
          </p:cNvPr>
          <p:cNvSpPr/>
          <p:nvPr/>
        </p:nvSpPr>
        <p:spPr>
          <a:xfrm>
            <a:off x="6217641" y="3478942"/>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A59F606F-A06A-857E-3875-6B347F9BECCF}"/>
              </a:ext>
            </a:extLst>
          </p:cNvPr>
          <p:cNvSpPr/>
          <p:nvPr/>
        </p:nvSpPr>
        <p:spPr>
          <a:xfrm>
            <a:off x="6217641" y="4030948"/>
            <a:ext cx="1774292" cy="40740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B2F5B5E-D18B-FD96-1B9C-46F9FE68A4CC}"/>
              </a:ext>
            </a:extLst>
          </p:cNvPr>
          <p:cNvCxnSpPr>
            <a:cxnSpLocks/>
            <a:stCxn id="20" idx="1"/>
            <a:endCxn id="11" idx="3"/>
          </p:cNvCxnSpPr>
          <p:nvPr/>
        </p:nvCxnSpPr>
        <p:spPr>
          <a:xfrm flipH="1">
            <a:off x="7991935" y="3616305"/>
            <a:ext cx="1753796" cy="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39004AE-F7D7-B780-558E-CB9AF21A8D6A}"/>
              </a:ext>
            </a:extLst>
          </p:cNvPr>
          <p:cNvCxnSpPr>
            <a:cxnSpLocks/>
          </p:cNvCxnSpPr>
          <p:nvPr/>
        </p:nvCxnSpPr>
        <p:spPr>
          <a:xfrm flipH="1">
            <a:off x="7991935" y="4229978"/>
            <a:ext cx="168546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EBED5BA-70AA-8BB2-21B8-B039E4D98792}"/>
              </a:ext>
            </a:extLst>
          </p:cNvPr>
          <p:cNvSpPr txBox="1"/>
          <p:nvPr/>
        </p:nvSpPr>
        <p:spPr>
          <a:xfrm>
            <a:off x="9745731" y="3431639"/>
            <a:ext cx="195900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Choose USB-COM</a:t>
            </a:r>
          </a:p>
        </p:txBody>
      </p:sp>
      <p:sp>
        <p:nvSpPr>
          <p:cNvPr id="24" name="TextBox 23">
            <a:extLst>
              <a:ext uri="{FF2B5EF4-FFF2-40B4-BE49-F238E27FC236}">
                <a16:creationId xmlns:a16="http://schemas.microsoft.com/office/drawing/2014/main" id="{6D780E84-893D-0B8B-AEBD-6C029B4BFA61}"/>
              </a:ext>
            </a:extLst>
          </p:cNvPr>
          <p:cNvSpPr txBox="1"/>
          <p:nvPr/>
        </p:nvSpPr>
        <p:spPr>
          <a:xfrm>
            <a:off x="9677400" y="4030948"/>
            <a:ext cx="195900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Choose HHS</a:t>
            </a:r>
          </a:p>
        </p:txBody>
      </p:sp>
      <p:sp>
        <p:nvSpPr>
          <p:cNvPr id="25" name="TextBox 24">
            <a:extLst>
              <a:ext uri="{FF2B5EF4-FFF2-40B4-BE49-F238E27FC236}">
                <a16:creationId xmlns:a16="http://schemas.microsoft.com/office/drawing/2014/main" id="{8B982FBF-2C7A-BC21-B015-1125228FA6B9}"/>
              </a:ext>
            </a:extLst>
          </p:cNvPr>
          <p:cNvSpPr txBox="1"/>
          <p:nvPr/>
        </p:nvSpPr>
        <p:spPr>
          <a:xfrm>
            <a:off x="2857354" y="3217556"/>
            <a:ext cx="301686" cy="369332"/>
          </a:xfrm>
          <a:prstGeom prst="rect">
            <a:avLst/>
          </a:prstGeom>
          <a:solidFill>
            <a:srgbClr val="FF0000"/>
          </a:solidFill>
        </p:spPr>
        <p:txBody>
          <a:bodyPr wrap="none" rtlCol="0">
            <a:spAutoFit/>
          </a:bodyPr>
          <a:lstStyle/>
          <a:p>
            <a:r>
              <a:rPr lang="en-US" dirty="0"/>
              <a:t>1</a:t>
            </a:r>
          </a:p>
        </p:txBody>
      </p:sp>
      <p:sp>
        <p:nvSpPr>
          <p:cNvPr id="26" name="TextBox 25">
            <a:extLst>
              <a:ext uri="{FF2B5EF4-FFF2-40B4-BE49-F238E27FC236}">
                <a16:creationId xmlns:a16="http://schemas.microsoft.com/office/drawing/2014/main" id="{64BD3C79-5A19-7319-BEE5-5CCB370A5834}"/>
              </a:ext>
            </a:extLst>
          </p:cNvPr>
          <p:cNvSpPr txBox="1"/>
          <p:nvPr/>
        </p:nvSpPr>
        <p:spPr>
          <a:xfrm>
            <a:off x="5974360" y="3217556"/>
            <a:ext cx="301686" cy="369332"/>
          </a:xfrm>
          <a:prstGeom prst="rect">
            <a:avLst/>
          </a:prstGeom>
          <a:solidFill>
            <a:srgbClr val="FF0000"/>
          </a:solidFill>
        </p:spPr>
        <p:txBody>
          <a:bodyPr wrap="none" rtlCol="0">
            <a:spAutoFit/>
          </a:bodyPr>
          <a:lstStyle/>
          <a:p>
            <a:r>
              <a:rPr lang="en-US" dirty="0"/>
              <a:t>2</a:t>
            </a:r>
          </a:p>
        </p:txBody>
      </p:sp>
      <p:sp>
        <p:nvSpPr>
          <p:cNvPr id="27" name="TextBox 26">
            <a:extLst>
              <a:ext uri="{FF2B5EF4-FFF2-40B4-BE49-F238E27FC236}">
                <a16:creationId xmlns:a16="http://schemas.microsoft.com/office/drawing/2014/main" id="{643C5218-7E3A-E1E4-E1C4-4DD3BA10B05B}"/>
              </a:ext>
            </a:extLst>
          </p:cNvPr>
          <p:cNvSpPr txBox="1"/>
          <p:nvPr/>
        </p:nvSpPr>
        <p:spPr>
          <a:xfrm>
            <a:off x="5974360" y="3897848"/>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2183473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D182-C4D9-EDB3-84F1-6ED4B24BF115}"/>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6BF674BE-3BDE-C6B8-E0AC-E0031B94572F}"/>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BCC4D295-691F-A43B-1178-B307B8085980}"/>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415F9426-95CB-5FE9-CF9C-85EC13F8CF16}"/>
              </a:ext>
            </a:extLst>
          </p:cNvPr>
          <p:cNvPicPr>
            <a:picLocks noChangeAspect="1"/>
          </p:cNvPicPr>
          <p:nvPr/>
        </p:nvPicPr>
        <p:blipFill>
          <a:blip r:embed="rId3"/>
          <a:stretch>
            <a:fillRect/>
          </a:stretch>
        </p:blipFill>
        <p:spPr>
          <a:xfrm>
            <a:off x="2274206" y="947808"/>
            <a:ext cx="7643587" cy="5188939"/>
          </a:xfrm>
          <a:prstGeom prst="rect">
            <a:avLst/>
          </a:prstGeom>
        </p:spPr>
      </p:pic>
      <p:sp>
        <p:nvSpPr>
          <p:cNvPr id="5" name="TextBox 4">
            <a:extLst>
              <a:ext uri="{FF2B5EF4-FFF2-40B4-BE49-F238E27FC236}">
                <a16:creationId xmlns:a16="http://schemas.microsoft.com/office/drawing/2014/main" id="{9272E303-B50A-B6E6-9996-29DDF102D4F0}"/>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6" name="Rectangle: Rounded Corners 5">
            <a:extLst>
              <a:ext uri="{FF2B5EF4-FFF2-40B4-BE49-F238E27FC236}">
                <a16:creationId xmlns:a16="http://schemas.microsoft.com/office/drawing/2014/main" id="{DB070849-B4DE-FF46-B122-A333075674C4}"/>
              </a:ext>
            </a:extLst>
          </p:cNvPr>
          <p:cNvSpPr/>
          <p:nvPr/>
        </p:nvSpPr>
        <p:spPr>
          <a:xfrm>
            <a:off x="2577572" y="2588123"/>
            <a:ext cx="1816628"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339CFBC-11FA-1F77-E396-1406664B2702}"/>
              </a:ext>
            </a:extLst>
          </p:cNvPr>
          <p:cNvCxnSpPr>
            <a:cxnSpLocks/>
            <a:stCxn id="8" idx="3"/>
            <a:endCxn id="6" idx="1"/>
          </p:cNvCxnSpPr>
          <p:nvPr/>
        </p:nvCxnSpPr>
        <p:spPr>
          <a:xfrm>
            <a:off x="1704907" y="2809594"/>
            <a:ext cx="872665"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17137BB-DB25-C914-67D8-7BEFC79CD807}"/>
              </a:ext>
            </a:extLst>
          </p:cNvPr>
          <p:cNvSpPr txBox="1"/>
          <p:nvPr/>
        </p:nvSpPr>
        <p:spPr>
          <a:xfrm>
            <a:off x="90880" y="2486428"/>
            <a:ext cx="161402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Click to select firmware</a:t>
            </a:r>
          </a:p>
        </p:txBody>
      </p:sp>
      <p:sp>
        <p:nvSpPr>
          <p:cNvPr id="13" name="Rectangle: Rounded Corners 12">
            <a:extLst>
              <a:ext uri="{FF2B5EF4-FFF2-40B4-BE49-F238E27FC236}">
                <a16:creationId xmlns:a16="http://schemas.microsoft.com/office/drawing/2014/main" id="{D46BCC6B-89B4-01F6-CC52-3511AEA40DD8}"/>
              </a:ext>
            </a:extLst>
          </p:cNvPr>
          <p:cNvSpPr/>
          <p:nvPr/>
        </p:nvSpPr>
        <p:spPr>
          <a:xfrm>
            <a:off x="4631267" y="4789824"/>
            <a:ext cx="1871132"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8384F645-4E41-CA02-501E-D10A5F33B13F}"/>
              </a:ext>
            </a:extLst>
          </p:cNvPr>
          <p:cNvCxnSpPr>
            <a:cxnSpLocks/>
            <a:stCxn id="15" idx="1"/>
            <a:endCxn id="13" idx="3"/>
          </p:cNvCxnSpPr>
          <p:nvPr/>
        </p:nvCxnSpPr>
        <p:spPr>
          <a:xfrm flipH="1">
            <a:off x="6502399" y="4948253"/>
            <a:ext cx="326995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EED4E19-C19D-0218-9EB1-20EB4D222EDC}"/>
              </a:ext>
            </a:extLst>
          </p:cNvPr>
          <p:cNvSpPr txBox="1"/>
          <p:nvPr/>
        </p:nvSpPr>
        <p:spPr>
          <a:xfrm>
            <a:off x="9772351" y="4625087"/>
            <a:ext cx="181851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Load the created pass-through file</a:t>
            </a:r>
          </a:p>
        </p:txBody>
      </p:sp>
      <p:sp>
        <p:nvSpPr>
          <p:cNvPr id="22" name="TextBox 21">
            <a:extLst>
              <a:ext uri="{FF2B5EF4-FFF2-40B4-BE49-F238E27FC236}">
                <a16:creationId xmlns:a16="http://schemas.microsoft.com/office/drawing/2014/main" id="{E45C1784-1EDF-1DAE-0F1B-6D89AC8E915D}"/>
              </a:ext>
            </a:extLst>
          </p:cNvPr>
          <p:cNvSpPr txBox="1"/>
          <p:nvPr/>
        </p:nvSpPr>
        <p:spPr>
          <a:xfrm>
            <a:off x="2390601" y="2329527"/>
            <a:ext cx="301686" cy="369332"/>
          </a:xfrm>
          <a:prstGeom prst="rect">
            <a:avLst/>
          </a:prstGeom>
          <a:solidFill>
            <a:srgbClr val="FF0000"/>
          </a:solidFill>
        </p:spPr>
        <p:txBody>
          <a:bodyPr wrap="none" rtlCol="0">
            <a:spAutoFit/>
          </a:bodyPr>
          <a:lstStyle/>
          <a:p>
            <a:r>
              <a:rPr lang="en-US" dirty="0"/>
              <a:t>1</a:t>
            </a:r>
          </a:p>
        </p:txBody>
      </p:sp>
      <p:sp>
        <p:nvSpPr>
          <p:cNvPr id="23" name="TextBox 22">
            <a:extLst>
              <a:ext uri="{FF2B5EF4-FFF2-40B4-BE49-F238E27FC236}">
                <a16:creationId xmlns:a16="http://schemas.microsoft.com/office/drawing/2014/main" id="{6AFEABB4-B695-2997-2D23-FFD9A2233CF5}"/>
              </a:ext>
            </a:extLst>
          </p:cNvPr>
          <p:cNvSpPr txBox="1"/>
          <p:nvPr/>
        </p:nvSpPr>
        <p:spPr>
          <a:xfrm>
            <a:off x="4394200" y="4554284"/>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612227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24DD-7CA6-6495-BD96-AD724DDD3D2C}"/>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A1D0DBD4-2855-35B7-66F3-052C5CD9F093}"/>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82F7CEF5-5CD2-54EF-74C1-F575D872A8C7}"/>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1A6C7764-1B00-C7C2-D014-35C978CB7E74}"/>
              </a:ext>
            </a:extLst>
          </p:cNvPr>
          <p:cNvPicPr>
            <a:picLocks noChangeAspect="1"/>
          </p:cNvPicPr>
          <p:nvPr/>
        </p:nvPicPr>
        <p:blipFill>
          <a:blip r:embed="rId3"/>
          <a:stretch>
            <a:fillRect/>
          </a:stretch>
        </p:blipFill>
        <p:spPr>
          <a:xfrm>
            <a:off x="2952311" y="1523734"/>
            <a:ext cx="6287377" cy="3810532"/>
          </a:xfrm>
          <a:prstGeom prst="rect">
            <a:avLst/>
          </a:prstGeom>
        </p:spPr>
      </p:pic>
      <p:sp>
        <p:nvSpPr>
          <p:cNvPr id="5" name="TextBox 4">
            <a:extLst>
              <a:ext uri="{FF2B5EF4-FFF2-40B4-BE49-F238E27FC236}">
                <a16:creationId xmlns:a16="http://schemas.microsoft.com/office/drawing/2014/main" id="{A005C0C7-6077-AB45-35A5-C524503B8D1B}"/>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6" name="Rectangle: Rounded Corners 5">
            <a:extLst>
              <a:ext uri="{FF2B5EF4-FFF2-40B4-BE49-F238E27FC236}">
                <a16:creationId xmlns:a16="http://schemas.microsoft.com/office/drawing/2014/main" id="{4659BD02-E5EF-E577-8AD7-36F39278AEEA}"/>
              </a:ext>
            </a:extLst>
          </p:cNvPr>
          <p:cNvSpPr/>
          <p:nvPr/>
        </p:nvSpPr>
        <p:spPr>
          <a:xfrm>
            <a:off x="3054877" y="3029444"/>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4B713F8-4448-5ACB-571C-E5D759320DE5}"/>
              </a:ext>
            </a:extLst>
          </p:cNvPr>
          <p:cNvCxnSpPr>
            <a:cxnSpLocks/>
            <a:stCxn id="8" idx="3"/>
            <a:endCxn id="6" idx="1"/>
          </p:cNvCxnSpPr>
          <p:nvPr/>
        </p:nvCxnSpPr>
        <p:spPr>
          <a:xfrm>
            <a:off x="1728886" y="3224968"/>
            <a:ext cx="1325991" cy="2594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A57AC1-BA1F-11E4-51BF-AB7D38295438}"/>
              </a:ext>
            </a:extLst>
          </p:cNvPr>
          <p:cNvSpPr txBox="1"/>
          <p:nvPr/>
        </p:nvSpPr>
        <p:spPr>
          <a:xfrm>
            <a:off x="114859" y="3040302"/>
            <a:ext cx="161402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Check this</a:t>
            </a:r>
          </a:p>
        </p:txBody>
      </p:sp>
      <p:sp>
        <p:nvSpPr>
          <p:cNvPr id="14" name="Rectangle: Rounded Corners 13">
            <a:extLst>
              <a:ext uri="{FF2B5EF4-FFF2-40B4-BE49-F238E27FC236}">
                <a16:creationId xmlns:a16="http://schemas.microsoft.com/office/drawing/2014/main" id="{D5CDBA65-FE85-D798-FCA8-AFB501F40A4B}"/>
              </a:ext>
            </a:extLst>
          </p:cNvPr>
          <p:cNvSpPr/>
          <p:nvPr/>
        </p:nvSpPr>
        <p:spPr>
          <a:xfrm>
            <a:off x="3090430" y="3690929"/>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0D93FEDE-56D0-D3AA-B6F0-67914E19089E}"/>
              </a:ext>
            </a:extLst>
          </p:cNvPr>
          <p:cNvCxnSpPr>
            <a:cxnSpLocks/>
            <a:stCxn id="16" idx="3"/>
            <a:endCxn id="14" idx="1"/>
          </p:cNvCxnSpPr>
          <p:nvPr/>
        </p:nvCxnSpPr>
        <p:spPr>
          <a:xfrm>
            <a:off x="1742411" y="3908437"/>
            <a:ext cx="1348019" cy="396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3A5EDEC-DE78-12D8-32AC-37372EC313C3}"/>
              </a:ext>
            </a:extLst>
          </p:cNvPr>
          <p:cNvSpPr txBox="1"/>
          <p:nvPr/>
        </p:nvSpPr>
        <p:spPr>
          <a:xfrm>
            <a:off x="128384" y="3585271"/>
            <a:ext cx="161402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FRS device</a:t>
            </a:r>
          </a:p>
        </p:txBody>
      </p:sp>
      <p:sp>
        <p:nvSpPr>
          <p:cNvPr id="17" name="Rectangle: Rounded Corners 16">
            <a:extLst>
              <a:ext uri="{FF2B5EF4-FFF2-40B4-BE49-F238E27FC236}">
                <a16:creationId xmlns:a16="http://schemas.microsoft.com/office/drawing/2014/main" id="{DFCB1CDE-683D-5BF3-0A1A-6FD115C598A6}"/>
              </a:ext>
            </a:extLst>
          </p:cNvPr>
          <p:cNvSpPr/>
          <p:nvPr/>
        </p:nvSpPr>
        <p:spPr>
          <a:xfrm>
            <a:off x="3068402" y="4442215"/>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72922CF-75E4-899B-3F09-692C36529C36}"/>
              </a:ext>
            </a:extLst>
          </p:cNvPr>
          <p:cNvCxnSpPr>
            <a:cxnSpLocks/>
            <a:stCxn id="19" idx="3"/>
            <a:endCxn id="17" idx="1"/>
          </p:cNvCxnSpPr>
          <p:nvPr/>
        </p:nvCxnSpPr>
        <p:spPr>
          <a:xfrm>
            <a:off x="1742411" y="4637739"/>
            <a:ext cx="1325991" cy="2594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0F0326F-87AA-600B-2CF0-CB9DFBF73B40}"/>
              </a:ext>
            </a:extLst>
          </p:cNvPr>
          <p:cNvSpPr txBox="1"/>
          <p:nvPr/>
        </p:nvSpPr>
        <p:spPr>
          <a:xfrm>
            <a:off x="128384" y="4453073"/>
            <a:ext cx="161402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COM</a:t>
            </a:r>
          </a:p>
        </p:txBody>
      </p:sp>
      <p:sp>
        <p:nvSpPr>
          <p:cNvPr id="21" name="TextBox 20">
            <a:extLst>
              <a:ext uri="{FF2B5EF4-FFF2-40B4-BE49-F238E27FC236}">
                <a16:creationId xmlns:a16="http://schemas.microsoft.com/office/drawing/2014/main" id="{6CA8F7AD-A6D1-4E16-432B-7F17E250C7E9}"/>
              </a:ext>
            </a:extLst>
          </p:cNvPr>
          <p:cNvSpPr txBox="1"/>
          <p:nvPr/>
        </p:nvSpPr>
        <p:spPr>
          <a:xfrm>
            <a:off x="5210242" y="2810902"/>
            <a:ext cx="301686" cy="369332"/>
          </a:xfrm>
          <a:prstGeom prst="rect">
            <a:avLst/>
          </a:prstGeom>
          <a:solidFill>
            <a:srgbClr val="FF0000"/>
          </a:solidFill>
        </p:spPr>
        <p:txBody>
          <a:bodyPr wrap="none" rtlCol="0">
            <a:spAutoFit/>
          </a:bodyPr>
          <a:lstStyle/>
          <a:p>
            <a:r>
              <a:rPr lang="en-US" dirty="0"/>
              <a:t>1</a:t>
            </a:r>
          </a:p>
        </p:txBody>
      </p:sp>
      <p:sp>
        <p:nvSpPr>
          <p:cNvPr id="22" name="TextBox 21">
            <a:extLst>
              <a:ext uri="{FF2B5EF4-FFF2-40B4-BE49-F238E27FC236}">
                <a16:creationId xmlns:a16="http://schemas.microsoft.com/office/drawing/2014/main" id="{AFF9378D-F72A-D5B8-33B6-6D47C9A0DC2A}"/>
              </a:ext>
            </a:extLst>
          </p:cNvPr>
          <p:cNvSpPr txBox="1"/>
          <p:nvPr/>
        </p:nvSpPr>
        <p:spPr>
          <a:xfrm>
            <a:off x="5293713" y="3539104"/>
            <a:ext cx="301686" cy="369332"/>
          </a:xfrm>
          <a:prstGeom prst="rect">
            <a:avLst/>
          </a:prstGeom>
          <a:solidFill>
            <a:srgbClr val="FF0000"/>
          </a:solidFill>
        </p:spPr>
        <p:txBody>
          <a:bodyPr wrap="none" rtlCol="0">
            <a:spAutoFit/>
          </a:bodyPr>
          <a:lstStyle/>
          <a:p>
            <a:r>
              <a:rPr lang="en-US" dirty="0"/>
              <a:t>2</a:t>
            </a:r>
          </a:p>
        </p:txBody>
      </p:sp>
      <p:sp>
        <p:nvSpPr>
          <p:cNvPr id="23" name="TextBox 22">
            <a:extLst>
              <a:ext uri="{FF2B5EF4-FFF2-40B4-BE49-F238E27FC236}">
                <a16:creationId xmlns:a16="http://schemas.microsoft.com/office/drawing/2014/main" id="{6D182C58-0BB4-FAB7-B98B-E7E58D222A97}"/>
              </a:ext>
            </a:extLst>
          </p:cNvPr>
          <p:cNvSpPr txBox="1"/>
          <p:nvPr/>
        </p:nvSpPr>
        <p:spPr>
          <a:xfrm>
            <a:off x="5271685" y="4268407"/>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2073512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21287-0677-E023-D808-742BFEFBB22F}"/>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CC9C8E11-CD0B-E39A-B360-2111531F166A}"/>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F87B8C3B-D5F2-6225-6E37-B551F20036BE}"/>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2EA9BA2F-E4E7-7611-2677-627CB5078191}"/>
              </a:ext>
            </a:extLst>
          </p:cNvPr>
          <p:cNvPicPr>
            <a:picLocks noChangeAspect="1"/>
          </p:cNvPicPr>
          <p:nvPr/>
        </p:nvPicPr>
        <p:blipFill>
          <a:blip r:embed="rId3"/>
          <a:stretch>
            <a:fillRect/>
          </a:stretch>
        </p:blipFill>
        <p:spPr>
          <a:xfrm>
            <a:off x="654241" y="1168693"/>
            <a:ext cx="5721999" cy="5112520"/>
          </a:xfrm>
          <a:prstGeom prst="rect">
            <a:avLst/>
          </a:prstGeom>
        </p:spPr>
      </p:pic>
      <p:pic>
        <p:nvPicPr>
          <p:cNvPr id="6" name="Picture 5">
            <a:extLst>
              <a:ext uri="{FF2B5EF4-FFF2-40B4-BE49-F238E27FC236}">
                <a16:creationId xmlns:a16="http://schemas.microsoft.com/office/drawing/2014/main" id="{01810491-35C4-DE0F-5718-A97EB868C449}"/>
              </a:ext>
            </a:extLst>
          </p:cNvPr>
          <p:cNvPicPr>
            <a:picLocks noChangeAspect="1"/>
          </p:cNvPicPr>
          <p:nvPr/>
        </p:nvPicPr>
        <p:blipFill>
          <a:blip r:embed="rId4"/>
          <a:stretch>
            <a:fillRect/>
          </a:stretch>
        </p:blipFill>
        <p:spPr>
          <a:xfrm>
            <a:off x="6849929" y="1401282"/>
            <a:ext cx="4801270" cy="885949"/>
          </a:xfrm>
          <a:prstGeom prst="rect">
            <a:avLst/>
          </a:prstGeom>
        </p:spPr>
      </p:pic>
      <p:sp>
        <p:nvSpPr>
          <p:cNvPr id="5" name="TextBox 4">
            <a:extLst>
              <a:ext uri="{FF2B5EF4-FFF2-40B4-BE49-F238E27FC236}">
                <a16:creationId xmlns:a16="http://schemas.microsoft.com/office/drawing/2014/main" id="{3480FCCA-E6BF-E037-F701-ECA949B26494}"/>
              </a:ext>
            </a:extLst>
          </p:cNvPr>
          <p:cNvSpPr txBox="1"/>
          <p:nvPr/>
        </p:nvSpPr>
        <p:spPr>
          <a:xfrm>
            <a:off x="300908" y="846059"/>
            <a:ext cx="7324569" cy="369332"/>
          </a:xfrm>
          <a:prstGeom prst="rect">
            <a:avLst/>
          </a:prstGeom>
          <a:noFill/>
        </p:spPr>
        <p:txBody>
          <a:bodyPr wrap="none" rtlCol="0">
            <a:spAutoFit/>
          </a:bodyPr>
          <a:lstStyle/>
          <a:p>
            <a:r>
              <a:rPr lang="en-US" dirty="0"/>
              <a:t>2.1. Create SDS package for the HHS gun with USB-COM FRS, USB-COM HHS </a:t>
            </a:r>
          </a:p>
        </p:txBody>
      </p:sp>
      <p:sp>
        <p:nvSpPr>
          <p:cNvPr id="7" name="Rectangle: Rounded Corners 6">
            <a:extLst>
              <a:ext uri="{FF2B5EF4-FFF2-40B4-BE49-F238E27FC236}">
                <a16:creationId xmlns:a16="http://schemas.microsoft.com/office/drawing/2014/main" id="{A53ABEE3-F7CB-1D80-B791-EC9E6147856E}"/>
              </a:ext>
            </a:extLst>
          </p:cNvPr>
          <p:cNvSpPr/>
          <p:nvPr/>
        </p:nvSpPr>
        <p:spPr>
          <a:xfrm>
            <a:off x="4572001" y="5886763"/>
            <a:ext cx="2006600"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C1C92E4-D9D4-D71E-61B1-68190E0CE52F}"/>
              </a:ext>
            </a:extLst>
          </p:cNvPr>
          <p:cNvCxnSpPr>
            <a:cxnSpLocks/>
            <a:stCxn id="10" idx="2"/>
            <a:endCxn id="7" idx="0"/>
          </p:cNvCxnSpPr>
          <p:nvPr/>
        </p:nvCxnSpPr>
        <p:spPr>
          <a:xfrm flipH="1">
            <a:off x="5575301" y="4981265"/>
            <a:ext cx="2800081" cy="90549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694DD96-52AA-3C24-1981-6518365E315C}"/>
              </a:ext>
            </a:extLst>
          </p:cNvPr>
          <p:cNvSpPr txBox="1"/>
          <p:nvPr/>
        </p:nvSpPr>
        <p:spPr>
          <a:xfrm>
            <a:off x="7031330" y="4334934"/>
            <a:ext cx="268810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Review the package info and click create</a:t>
            </a:r>
          </a:p>
        </p:txBody>
      </p:sp>
      <p:sp>
        <p:nvSpPr>
          <p:cNvPr id="19" name="Rectangle: Rounded Corners 18">
            <a:extLst>
              <a:ext uri="{FF2B5EF4-FFF2-40B4-BE49-F238E27FC236}">
                <a16:creationId xmlns:a16="http://schemas.microsoft.com/office/drawing/2014/main" id="{7ADBB18D-8A0D-BC26-A178-3E85D98AC160}"/>
              </a:ext>
            </a:extLst>
          </p:cNvPr>
          <p:cNvSpPr/>
          <p:nvPr/>
        </p:nvSpPr>
        <p:spPr>
          <a:xfrm>
            <a:off x="9719434" y="1574828"/>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D7C5450C-F651-091C-5DCD-9E11B638E259}"/>
              </a:ext>
            </a:extLst>
          </p:cNvPr>
          <p:cNvCxnSpPr>
            <a:cxnSpLocks/>
            <a:stCxn id="21" idx="3"/>
            <a:endCxn id="19" idx="1"/>
          </p:cNvCxnSpPr>
          <p:nvPr/>
        </p:nvCxnSpPr>
        <p:spPr>
          <a:xfrm flipV="1">
            <a:off x="8588984" y="1796300"/>
            <a:ext cx="1130450" cy="97773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50B0261-EFEB-864A-61FD-F07456FF1ECC}"/>
              </a:ext>
            </a:extLst>
          </p:cNvPr>
          <p:cNvSpPr txBox="1"/>
          <p:nvPr/>
        </p:nvSpPr>
        <p:spPr>
          <a:xfrm>
            <a:off x="6502400" y="2589368"/>
            <a:ext cx="208658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Rename and save</a:t>
            </a:r>
          </a:p>
        </p:txBody>
      </p:sp>
      <p:sp>
        <p:nvSpPr>
          <p:cNvPr id="26" name="TextBox 25">
            <a:extLst>
              <a:ext uri="{FF2B5EF4-FFF2-40B4-BE49-F238E27FC236}">
                <a16:creationId xmlns:a16="http://schemas.microsoft.com/office/drawing/2014/main" id="{F0A1563C-5E97-4AED-4B0B-FEF8CA27A72F}"/>
              </a:ext>
            </a:extLst>
          </p:cNvPr>
          <p:cNvSpPr txBox="1"/>
          <p:nvPr/>
        </p:nvSpPr>
        <p:spPr>
          <a:xfrm>
            <a:off x="4421158" y="5702097"/>
            <a:ext cx="301686" cy="369332"/>
          </a:xfrm>
          <a:prstGeom prst="rect">
            <a:avLst/>
          </a:prstGeom>
          <a:solidFill>
            <a:srgbClr val="FF0000"/>
          </a:solidFill>
        </p:spPr>
        <p:txBody>
          <a:bodyPr wrap="none" rtlCol="0">
            <a:spAutoFit/>
          </a:bodyPr>
          <a:lstStyle/>
          <a:p>
            <a:r>
              <a:rPr lang="en-US" dirty="0"/>
              <a:t>1</a:t>
            </a:r>
          </a:p>
        </p:txBody>
      </p:sp>
      <p:sp>
        <p:nvSpPr>
          <p:cNvPr id="27" name="TextBox 26">
            <a:extLst>
              <a:ext uri="{FF2B5EF4-FFF2-40B4-BE49-F238E27FC236}">
                <a16:creationId xmlns:a16="http://schemas.microsoft.com/office/drawing/2014/main" id="{F13D7A52-CDC2-021E-587A-D23F262044D0}"/>
              </a:ext>
            </a:extLst>
          </p:cNvPr>
          <p:cNvSpPr txBox="1"/>
          <p:nvPr/>
        </p:nvSpPr>
        <p:spPr>
          <a:xfrm>
            <a:off x="9568591" y="1257177"/>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2999683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99ECE-C15D-3E85-889B-B81BC65BF21A}"/>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84379031-1526-3C8C-6FA3-CC6276E8FC0B}"/>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graphicFrame>
        <p:nvGraphicFramePr>
          <p:cNvPr id="4" name="Table 3">
            <a:extLst>
              <a:ext uri="{FF2B5EF4-FFF2-40B4-BE49-F238E27FC236}">
                <a16:creationId xmlns:a16="http://schemas.microsoft.com/office/drawing/2014/main" id="{1E943DBA-AE86-2641-28BB-9C7FC5C2B968}"/>
              </a:ext>
            </a:extLst>
          </p:cNvPr>
          <p:cNvGraphicFramePr>
            <a:graphicFrameLocks noGrp="1"/>
          </p:cNvGraphicFramePr>
          <p:nvPr>
            <p:extLst>
              <p:ext uri="{D42A27DB-BD31-4B8C-83A1-F6EECF244321}">
                <p14:modId xmlns:p14="http://schemas.microsoft.com/office/powerpoint/2010/main" val="2520583733"/>
              </p:ext>
            </p:extLst>
          </p:nvPr>
        </p:nvGraphicFramePr>
        <p:xfrm>
          <a:off x="1088114" y="2813473"/>
          <a:ext cx="10015767" cy="1010920"/>
        </p:xfrm>
        <a:graphic>
          <a:graphicData uri="http://schemas.openxmlformats.org/drawingml/2006/table">
            <a:tbl>
              <a:tblPr firstRow="1" bandRow="1">
                <a:tableStyleId>{5C22544A-7EE6-4342-B048-85BDC9FD1C3A}</a:tableStyleId>
              </a:tblPr>
              <a:tblGrid>
                <a:gridCol w="3338589">
                  <a:extLst>
                    <a:ext uri="{9D8B030D-6E8A-4147-A177-3AD203B41FA5}">
                      <a16:colId xmlns:a16="http://schemas.microsoft.com/office/drawing/2014/main" val="2134514943"/>
                    </a:ext>
                  </a:extLst>
                </a:gridCol>
                <a:gridCol w="3338589">
                  <a:extLst>
                    <a:ext uri="{9D8B030D-6E8A-4147-A177-3AD203B41FA5}">
                      <a16:colId xmlns:a16="http://schemas.microsoft.com/office/drawing/2014/main" val="467191791"/>
                    </a:ext>
                  </a:extLst>
                </a:gridCol>
                <a:gridCol w="3338589">
                  <a:extLst>
                    <a:ext uri="{9D8B030D-6E8A-4147-A177-3AD203B41FA5}">
                      <a16:colId xmlns:a16="http://schemas.microsoft.com/office/drawing/2014/main" val="3866323347"/>
                    </a:ext>
                  </a:extLst>
                </a:gridCol>
              </a:tblGrid>
              <a:tr h="370840">
                <a:tc>
                  <a:txBody>
                    <a:bodyPr/>
                    <a:lstStyle/>
                    <a:p>
                      <a:pPr algn="ctr"/>
                      <a:r>
                        <a:rPr lang="en-US" dirty="0"/>
                        <a:t>FRS (parent)</a:t>
                      </a:r>
                    </a:p>
                  </a:txBody>
                  <a:tcPr/>
                </a:tc>
                <a:tc>
                  <a:txBody>
                    <a:bodyPr/>
                    <a:lstStyle/>
                    <a:p>
                      <a:pPr algn="ctr"/>
                      <a:r>
                        <a:rPr lang="en-US" dirty="0"/>
                        <a:t>HHS(children)</a:t>
                      </a:r>
                    </a:p>
                  </a:txBody>
                  <a:tcPr/>
                </a:tc>
                <a:tc>
                  <a:txBody>
                    <a:bodyPr/>
                    <a:lstStyle/>
                    <a:p>
                      <a:pPr algn="ctr"/>
                      <a:r>
                        <a:rPr lang="en-US" dirty="0"/>
                        <a:t>Firmware/Config file format required</a:t>
                      </a:r>
                    </a:p>
                  </a:txBody>
                  <a:tcPr/>
                </a:tc>
                <a:extLst>
                  <a:ext uri="{0D108BD9-81ED-4DB2-BD59-A6C34878D82A}">
                    <a16:rowId xmlns:a16="http://schemas.microsoft.com/office/drawing/2014/main" val="4224620022"/>
                  </a:ext>
                </a:extLst>
              </a:tr>
              <a:tr h="370840">
                <a:tc>
                  <a:txBody>
                    <a:bodyPr/>
                    <a:lstStyle/>
                    <a:p>
                      <a:pPr algn="ctr"/>
                      <a:r>
                        <a:rPr lang="en-US" dirty="0"/>
                        <a:t>USB-OEM</a:t>
                      </a:r>
                    </a:p>
                  </a:txBody>
                  <a:tcPr/>
                </a:tc>
                <a:tc>
                  <a:txBody>
                    <a:bodyPr/>
                    <a:lstStyle/>
                    <a:p>
                      <a:pPr algn="ctr"/>
                      <a:r>
                        <a:rPr lang="en-US" dirty="0"/>
                        <a:t>USB-COM</a:t>
                      </a:r>
                    </a:p>
                  </a:txBody>
                  <a:tcPr/>
                </a:tc>
                <a:tc>
                  <a:txBody>
                    <a:bodyPr/>
                    <a:lstStyle/>
                    <a:p>
                      <a:pPr algn="ctr"/>
                      <a:r>
                        <a:rPr lang="en-US" dirty="0"/>
                        <a:t>.DAT</a:t>
                      </a:r>
                    </a:p>
                  </a:txBody>
                  <a:tcPr/>
                </a:tc>
                <a:extLst>
                  <a:ext uri="{0D108BD9-81ED-4DB2-BD59-A6C34878D82A}">
                    <a16:rowId xmlns:a16="http://schemas.microsoft.com/office/drawing/2014/main" val="1797838283"/>
                  </a:ext>
                </a:extLst>
              </a:tr>
            </a:tbl>
          </a:graphicData>
        </a:graphic>
      </p:graphicFrame>
      <p:sp>
        <p:nvSpPr>
          <p:cNvPr id="5" name="Rectangle 4">
            <a:extLst>
              <a:ext uri="{FF2B5EF4-FFF2-40B4-BE49-F238E27FC236}">
                <a16:creationId xmlns:a16="http://schemas.microsoft.com/office/drawing/2014/main" id="{D931253B-ABF9-6207-1ABD-6F9CB39047F5}"/>
              </a:ext>
            </a:extLst>
          </p:cNvPr>
          <p:cNvSpPr/>
          <p:nvPr/>
        </p:nvSpPr>
        <p:spPr>
          <a:xfrm>
            <a:off x="5872758" y="1688868"/>
            <a:ext cx="535724"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2</a:t>
            </a:r>
            <a:endParaRPr lang="en-US" sz="5400" b="1" cap="none" spc="0" dirty="0">
              <a:ln w="22225">
                <a:solidFill>
                  <a:schemeClr val="accent2"/>
                </a:solidFill>
                <a:prstDash val="solid"/>
              </a:ln>
              <a:solidFill>
                <a:schemeClr val="accent2">
                  <a:lumMod val="40000"/>
                  <a:lumOff val="60000"/>
                </a:schemeClr>
              </a:solidFill>
              <a:effectLst/>
            </a:endParaRPr>
          </a:p>
        </p:txBody>
      </p:sp>
      <p:sp>
        <p:nvSpPr>
          <p:cNvPr id="6" name="TextBox 5">
            <a:extLst>
              <a:ext uri="{FF2B5EF4-FFF2-40B4-BE49-F238E27FC236}">
                <a16:creationId xmlns:a16="http://schemas.microsoft.com/office/drawing/2014/main" id="{2299661D-3C84-B677-4261-EE593D4DA539}"/>
              </a:ext>
            </a:extLst>
          </p:cNvPr>
          <p:cNvSpPr txBox="1"/>
          <p:nvPr/>
        </p:nvSpPr>
        <p:spPr>
          <a:xfrm>
            <a:off x="1691819" y="4245802"/>
            <a:ext cx="8808359" cy="369332"/>
          </a:xfrm>
          <a:prstGeom prst="rect">
            <a:avLst/>
          </a:prstGeom>
          <a:noFill/>
        </p:spPr>
        <p:txBody>
          <a:bodyPr wrap="square">
            <a:spAutoFit/>
          </a:bodyPr>
          <a:lstStyle/>
          <a:p>
            <a:r>
              <a:rPr lang="en-US" dirty="0">
                <a:solidFill>
                  <a:srgbClr val="FF0000"/>
                </a:solidFill>
              </a:rPr>
              <a:t>First, you need to create a pass-through file for the HHS device using the HDFAT application.</a:t>
            </a:r>
          </a:p>
        </p:txBody>
      </p:sp>
      <p:sp>
        <p:nvSpPr>
          <p:cNvPr id="2" name="TextBox 1">
            <a:extLst>
              <a:ext uri="{FF2B5EF4-FFF2-40B4-BE49-F238E27FC236}">
                <a16:creationId xmlns:a16="http://schemas.microsoft.com/office/drawing/2014/main" id="{0A3AE0EB-FA6E-6F90-C23F-250ADBE2208A}"/>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Tree>
    <p:extLst>
      <p:ext uri="{BB962C8B-B14F-4D97-AF65-F5344CB8AC3E}">
        <p14:creationId xmlns:p14="http://schemas.microsoft.com/office/powerpoint/2010/main" val="1839561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D26FD-B012-ACD2-A462-B508653B11A2}"/>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CFD7C1C1-E63F-DD0A-E32C-C1DA55314D45}"/>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F1D05466-0C06-82E4-B7BC-9622FAD6975E}"/>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7E1AF18F-2789-41FB-8DEE-D17BF3211ECA}"/>
              </a:ext>
            </a:extLst>
          </p:cNvPr>
          <p:cNvPicPr>
            <a:picLocks noChangeAspect="1"/>
          </p:cNvPicPr>
          <p:nvPr/>
        </p:nvPicPr>
        <p:blipFill>
          <a:blip r:embed="rId3"/>
          <a:stretch>
            <a:fillRect/>
          </a:stretch>
        </p:blipFill>
        <p:spPr>
          <a:xfrm>
            <a:off x="6816037" y="1268946"/>
            <a:ext cx="4667479" cy="4852140"/>
          </a:xfrm>
          <a:prstGeom prst="rect">
            <a:avLst/>
          </a:prstGeom>
        </p:spPr>
      </p:pic>
      <p:pic>
        <p:nvPicPr>
          <p:cNvPr id="7" name="Picture 6">
            <a:extLst>
              <a:ext uri="{FF2B5EF4-FFF2-40B4-BE49-F238E27FC236}">
                <a16:creationId xmlns:a16="http://schemas.microsoft.com/office/drawing/2014/main" id="{2975E30B-81A8-466E-6EA7-5D1D89CDFFFD}"/>
              </a:ext>
            </a:extLst>
          </p:cNvPr>
          <p:cNvPicPr>
            <a:picLocks noChangeAspect="1"/>
          </p:cNvPicPr>
          <p:nvPr/>
        </p:nvPicPr>
        <p:blipFill>
          <a:blip r:embed="rId4"/>
          <a:stretch>
            <a:fillRect/>
          </a:stretch>
        </p:blipFill>
        <p:spPr>
          <a:xfrm>
            <a:off x="426687" y="1335887"/>
            <a:ext cx="2019582" cy="1209844"/>
          </a:xfrm>
          <a:prstGeom prst="rect">
            <a:avLst/>
          </a:prstGeom>
        </p:spPr>
      </p:pic>
      <p:pic>
        <p:nvPicPr>
          <p:cNvPr id="10" name="Picture 9">
            <a:extLst>
              <a:ext uri="{FF2B5EF4-FFF2-40B4-BE49-F238E27FC236}">
                <a16:creationId xmlns:a16="http://schemas.microsoft.com/office/drawing/2014/main" id="{C38C0BA7-5035-4495-AE00-BA4A7B79416A}"/>
              </a:ext>
            </a:extLst>
          </p:cNvPr>
          <p:cNvPicPr>
            <a:picLocks noChangeAspect="1"/>
          </p:cNvPicPr>
          <p:nvPr/>
        </p:nvPicPr>
        <p:blipFill>
          <a:blip r:embed="rId5"/>
          <a:stretch>
            <a:fillRect/>
          </a:stretch>
        </p:blipFill>
        <p:spPr>
          <a:xfrm>
            <a:off x="2901028" y="877249"/>
            <a:ext cx="2810267" cy="5134692"/>
          </a:xfrm>
          <a:prstGeom prst="rect">
            <a:avLst/>
          </a:prstGeom>
        </p:spPr>
      </p:pic>
      <p:sp>
        <p:nvSpPr>
          <p:cNvPr id="5" name="TextBox 4">
            <a:extLst>
              <a:ext uri="{FF2B5EF4-FFF2-40B4-BE49-F238E27FC236}">
                <a16:creationId xmlns:a16="http://schemas.microsoft.com/office/drawing/2014/main" id="{4C8414AB-7774-729A-C6E1-B55C7F23F86A}"/>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8" name="TextBox 7">
            <a:extLst>
              <a:ext uri="{FF2B5EF4-FFF2-40B4-BE49-F238E27FC236}">
                <a16:creationId xmlns:a16="http://schemas.microsoft.com/office/drawing/2014/main" id="{7830AFA1-058C-0353-6B38-9CDABB0F7FA8}"/>
              </a:ext>
            </a:extLst>
          </p:cNvPr>
          <p:cNvSpPr txBox="1"/>
          <p:nvPr/>
        </p:nvSpPr>
        <p:spPr>
          <a:xfrm>
            <a:off x="755028" y="2496452"/>
            <a:ext cx="146386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Open Aladdin</a:t>
            </a:r>
          </a:p>
        </p:txBody>
      </p:sp>
      <p:sp>
        <p:nvSpPr>
          <p:cNvPr id="11" name="Rectangle: Rounded Corners 10">
            <a:extLst>
              <a:ext uri="{FF2B5EF4-FFF2-40B4-BE49-F238E27FC236}">
                <a16:creationId xmlns:a16="http://schemas.microsoft.com/office/drawing/2014/main" id="{A704C51D-7C44-8D00-1488-ABF763D7A651}"/>
              </a:ext>
            </a:extLst>
          </p:cNvPr>
          <p:cNvSpPr/>
          <p:nvPr/>
        </p:nvSpPr>
        <p:spPr>
          <a:xfrm>
            <a:off x="2858434" y="2892420"/>
            <a:ext cx="1634328" cy="381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0578712-2E11-662B-8DEF-980623B30A41}"/>
              </a:ext>
            </a:extLst>
          </p:cNvPr>
          <p:cNvCxnSpPr>
            <a:cxnSpLocks/>
            <a:stCxn id="13" idx="0"/>
            <a:endCxn id="11" idx="1"/>
          </p:cNvCxnSpPr>
          <p:nvPr/>
        </p:nvCxnSpPr>
        <p:spPr>
          <a:xfrm flipV="1">
            <a:off x="1675056" y="3082920"/>
            <a:ext cx="1183378" cy="8268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C06D94-7C2E-157F-9F35-9372EB7C6FF5}"/>
              </a:ext>
            </a:extLst>
          </p:cNvPr>
          <p:cNvSpPr txBox="1"/>
          <p:nvPr/>
        </p:nvSpPr>
        <p:spPr>
          <a:xfrm>
            <a:off x="755028" y="3909802"/>
            <a:ext cx="184005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Open HDFAT</a:t>
            </a:r>
          </a:p>
        </p:txBody>
      </p:sp>
      <p:sp>
        <p:nvSpPr>
          <p:cNvPr id="15" name="TextBox 14">
            <a:extLst>
              <a:ext uri="{FF2B5EF4-FFF2-40B4-BE49-F238E27FC236}">
                <a16:creationId xmlns:a16="http://schemas.microsoft.com/office/drawing/2014/main" id="{BD1204D4-1C18-CBDE-D1C6-D24CA083FE56}"/>
              </a:ext>
            </a:extLst>
          </p:cNvPr>
          <p:cNvSpPr txBox="1"/>
          <p:nvPr/>
        </p:nvSpPr>
        <p:spPr>
          <a:xfrm>
            <a:off x="494600" y="2263577"/>
            <a:ext cx="301686" cy="369332"/>
          </a:xfrm>
          <a:prstGeom prst="rect">
            <a:avLst/>
          </a:prstGeom>
          <a:solidFill>
            <a:srgbClr val="FF0000"/>
          </a:solidFill>
        </p:spPr>
        <p:txBody>
          <a:bodyPr wrap="none" rtlCol="0">
            <a:spAutoFit/>
          </a:bodyPr>
          <a:lstStyle/>
          <a:p>
            <a:r>
              <a:rPr lang="en-US" dirty="0"/>
              <a:t>1</a:t>
            </a:r>
          </a:p>
        </p:txBody>
      </p:sp>
      <p:sp>
        <p:nvSpPr>
          <p:cNvPr id="16" name="TextBox 15">
            <a:extLst>
              <a:ext uri="{FF2B5EF4-FFF2-40B4-BE49-F238E27FC236}">
                <a16:creationId xmlns:a16="http://schemas.microsoft.com/office/drawing/2014/main" id="{7442752E-AD08-E0E8-CB69-7BB40E9747EE}"/>
              </a:ext>
            </a:extLst>
          </p:cNvPr>
          <p:cNvSpPr txBox="1"/>
          <p:nvPr/>
        </p:nvSpPr>
        <p:spPr>
          <a:xfrm>
            <a:off x="2686294" y="2618338"/>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2170476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C8EE-00E0-A88B-ABC4-93BC28F14D7B}"/>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AA7EC6F9-1F21-8E38-01E7-54D56A74B3BD}"/>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C647CC9B-AE4A-51EF-2AA2-22B821A73D9C}"/>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0D343E07-035C-E514-9EC2-7BB20AC0AB8E}"/>
              </a:ext>
            </a:extLst>
          </p:cNvPr>
          <p:cNvPicPr>
            <a:picLocks noChangeAspect="1"/>
          </p:cNvPicPr>
          <p:nvPr/>
        </p:nvPicPr>
        <p:blipFill>
          <a:blip r:embed="rId3"/>
          <a:stretch>
            <a:fillRect/>
          </a:stretch>
        </p:blipFill>
        <p:spPr>
          <a:xfrm>
            <a:off x="460907" y="2873227"/>
            <a:ext cx="5925377" cy="695422"/>
          </a:xfrm>
          <a:prstGeom prst="rect">
            <a:avLst/>
          </a:prstGeom>
        </p:spPr>
      </p:pic>
      <p:pic>
        <p:nvPicPr>
          <p:cNvPr id="6" name="Picture 5">
            <a:extLst>
              <a:ext uri="{FF2B5EF4-FFF2-40B4-BE49-F238E27FC236}">
                <a16:creationId xmlns:a16="http://schemas.microsoft.com/office/drawing/2014/main" id="{0EFD5CCD-BF03-E665-F624-78582AD57920}"/>
              </a:ext>
            </a:extLst>
          </p:cNvPr>
          <p:cNvPicPr>
            <a:picLocks noChangeAspect="1"/>
          </p:cNvPicPr>
          <p:nvPr/>
        </p:nvPicPr>
        <p:blipFill>
          <a:blip r:embed="rId4"/>
          <a:srcRect b="84528"/>
          <a:stretch>
            <a:fillRect/>
          </a:stretch>
        </p:blipFill>
        <p:spPr>
          <a:xfrm>
            <a:off x="460907" y="1394598"/>
            <a:ext cx="5278897" cy="849068"/>
          </a:xfrm>
          <a:prstGeom prst="rect">
            <a:avLst/>
          </a:prstGeom>
        </p:spPr>
      </p:pic>
      <p:pic>
        <p:nvPicPr>
          <p:cNvPr id="11" name="Picture 10">
            <a:extLst>
              <a:ext uri="{FF2B5EF4-FFF2-40B4-BE49-F238E27FC236}">
                <a16:creationId xmlns:a16="http://schemas.microsoft.com/office/drawing/2014/main" id="{4D02810C-E889-4AB5-7CAF-332BA0BABFA5}"/>
              </a:ext>
            </a:extLst>
          </p:cNvPr>
          <p:cNvPicPr>
            <a:picLocks noChangeAspect="1"/>
          </p:cNvPicPr>
          <p:nvPr/>
        </p:nvPicPr>
        <p:blipFill>
          <a:blip r:embed="rId5"/>
          <a:stretch>
            <a:fillRect/>
          </a:stretch>
        </p:blipFill>
        <p:spPr>
          <a:xfrm>
            <a:off x="6861190" y="846059"/>
            <a:ext cx="5029902" cy="5068007"/>
          </a:xfrm>
          <a:prstGeom prst="rect">
            <a:avLst/>
          </a:prstGeom>
        </p:spPr>
      </p:pic>
      <p:sp>
        <p:nvSpPr>
          <p:cNvPr id="4" name="TextBox 3">
            <a:extLst>
              <a:ext uri="{FF2B5EF4-FFF2-40B4-BE49-F238E27FC236}">
                <a16:creationId xmlns:a16="http://schemas.microsoft.com/office/drawing/2014/main" id="{90629EFC-2AD0-F051-DE14-0F3485E6FAB6}"/>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7" name="Rectangle: Rounded Corners 6">
            <a:extLst>
              <a:ext uri="{FF2B5EF4-FFF2-40B4-BE49-F238E27FC236}">
                <a16:creationId xmlns:a16="http://schemas.microsoft.com/office/drawing/2014/main" id="{C71860B8-4A9F-AFFB-E15D-48C09E5732D7}"/>
              </a:ext>
            </a:extLst>
          </p:cNvPr>
          <p:cNvSpPr/>
          <p:nvPr/>
        </p:nvSpPr>
        <p:spPr>
          <a:xfrm>
            <a:off x="487978" y="1616188"/>
            <a:ext cx="1748893" cy="42571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BCFBACC1-D7B7-B164-999C-F5F567963915}"/>
              </a:ext>
            </a:extLst>
          </p:cNvPr>
          <p:cNvCxnSpPr>
            <a:cxnSpLocks/>
            <a:stCxn id="10" idx="1"/>
            <a:endCxn id="7" idx="2"/>
          </p:cNvCxnSpPr>
          <p:nvPr/>
        </p:nvCxnSpPr>
        <p:spPr>
          <a:xfrm flipH="1" flipV="1">
            <a:off x="1362425" y="2041903"/>
            <a:ext cx="1027694" cy="45788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B1ADA8F-1B4A-64FE-781E-FBD24BE0AFED}"/>
              </a:ext>
            </a:extLst>
          </p:cNvPr>
          <p:cNvSpPr txBox="1"/>
          <p:nvPr/>
        </p:nvSpPr>
        <p:spPr>
          <a:xfrm>
            <a:off x="2390119" y="2315120"/>
            <a:ext cx="398160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here to load .DAT file of HHS device</a:t>
            </a:r>
          </a:p>
        </p:txBody>
      </p:sp>
      <p:sp>
        <p:nvSpPr>
          <p:cNvPr id="12" name="Rectangle: Rounded Corners 11">
            <a:extLst>
              <a:ext uri="{FF2B5EF4-FFF2-40B4-BE49-F238E27FC236}">
                <a16:creationId xmlns:a16="http://schemas.microsoft.com/office/drawing/2014/main" id="{974FDFA6-7CA6-4ABD-E629-8DED555FFF5A}"/>
              </a:ext>
            </a:extLst>
          </p:cNvPr>
          <p:cNvSpPr/>
          <p:nvPr/>
        </p:nvSpPr>
        <p:spPr>
          <a:xfrm>
            <a:off x="460907" y="2910247"/>
            <a:ext cx="1634328"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A7E4C0E1-E608-C7FF-A574-30D5443CBF24}"/>
              </a:ext>
            </a:extLst>
          </p:cNvPr>
          <p:cNvCxnSpPr>
            <a:cxnSpLocks/>
            <a:stCxn id="14" idx="0"/>
          </p:cNvCxnSpPr>
          <p:nvPr/>
        </p:nvCxnSpPr>
        <p:spPr>
          <a:xfrm flipH="1" flipV="1">
            <a:off x="1268895" y="3220938"/>
            <a:ext cx="2181772" cy="88240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FB62637-B7DF-1D9B-85AB-CCA698E03433}"/>
              </a:ext>
            </a:extLst>
          </p:cNvPr>
          <p:cNvSpPr txBox="1"/>
          <p:nvPr/>
        </p:nvSpPr>
        <p:spPr>
          <a:xfrm>
            <a:off x="487978" y="4103341"/>
            <a:ext cx="592537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Here, I select the </a:t>
            </a:r>
            <a:r>
              <a:rPr lang="en-US" b="1" dirty="0"/>
              <a:t>.DAT firmware file (version 610165421)</a:t>
            </a:r>
            <a:r>
              <a:rPr lang="en-US" dirty="0"/>
              <a:t> for the </a:t>
            </a:r>
            <a:r>
              <a:rPr lang="en-US" dirty="0" err="1"/>
              <a:t>QuickScan</a:t>
            </a:r>
            <a:r>
              <a:rPr lang="en-US" dirty="0"/>
              <a:t> QD2590 because I want to update the firmware. If you want to update the configuration of the HHS device, select the </a:t>
            </a:r>
            <a:r>
              <a:rPr lang="en-US" b="1" dirty="0"/>
              <a:t>.DAT configuration file</a:t>
            </a:r>
            <a:r>
              <a:rPr lang="en-US" dirty="0"/>
              <a:t> instead.</a:t>
            </a:r>
          </a:p>
        </p:txBody>
      </p:sp>
      <p:sp>
        <p:nvSpPr>
          <p:cNvPr id="15" name="Rectangle: Rounded Corners 14">
            <a:extLst>
              <a:ext uri="{FF2B5EF4-FFF2-40B4-BE49-F238E27FC236}">
                <a16:creationId xmlns:a16="http://schemas.microsoft.com/office/drawing/2014/main" id="{80CA457A-1B4B-9F1D-CCAB-83C807520EAD}"/>
              </a:ext>
            </a:extLst>
          </p:cNvPr>
          <p:cNvSpPr/>
          <p:nvPr/>
        </p:nvSpPr>
        <p:spPr>
          <a:xfrm>
            <a:off x="6854025" y="1891078"/>
            <a:ext cx="229335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8BE9F4-C80E-201C-93FC-90642841C789}"/>
              </a:ext>
            </a:extLst>
          </p:cNvPr>
          <p:cNvCxnSpPr>
            <a:cxnSpLocks/>
            <a:stCxn id="17" idx="2"/>
            <a:endCxn id="15" idx="0"/>
          </p:cNvCxnSpPr>
          <p:nvPr/>
        </p:nvCxnSpPr>
        <p:spPr>
          <a:xfrm flipH="1">
            <a:off x="8000702" y="1030725"/>
            <a:ext cx="1527976" cy="86035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1CAF407-2F8F-72A3-38FE-F52715A93DA3}"/>
              </a:ext>
            </a:extLst>
          </p:cNvPr>
          <p:cNvSpPr txBox="1"/>
          <p:nvPr/>
        </p:nvSpPr>
        <p:spPr>
          <a:xfrm>
            <a:off x="8979393" y="661393"/>
            <a:ext cx="109857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Click here</a:t>
            </a:r>
          </a:p>
        </p:txBody>
      </p:sp>
      <p:sp>
        <p:nvSpPr>
          <p:cNvPr id="22" name="TextBox 21">
            <a:extLst>
              <a:ext uri="{FF2B5EF4-FFF2-40B4-BE49-F238E27FC236}">
                <a16:creationId xmlns:a16="http://schemas.microsoft.com/office/drawing/2014/main" id="{A3029690-102E-8FFD-606D-9FBA045A7ADF}"/>
              </a:ext>
            </a:extLst>
          </p:cNvPr>
          <p:cNvSpPr txBox="1"/>
          <p:nvPr/>
        </p:nvSpPr>
        <p:spPr>
          <a:xfrm>
            <a:off x="321984" y="1929523"/>
            <a:ext cx="301686" cy="369332"/>
          </a:xfrm>
          <a:prstGeom prst="rect">
            <a:avLst/>
          </a:prstGeom>
          <a:solidFill>
            <a:srgbClr val="FF0000"/>
          </a:solidFill>
        </p:spPr>
        <p:txBody>
          <a:bodyPr wrap="none" rtlCol="0">
            <a:spAutoFit/>
          </a:bodyPr>
          <a:lstStyle/>
          <a:p>
            <a:r>
              <a:rPr lang="en-US" dirty="0"/>
              <a:t>1</a:t>
            </a:r>
          </a:p>
        </p:txBody>
      </p:sp>
      <p:sp>
        <p:nvSpPr>
          <p:cNvPr id="23" name="TextBox 22">
            <a:extLst>
              <a:ext uri="{FF2B5EF4-FFF2-40B4-BE49-F238E27FC236}">
                <a16:creationId xmlns:a16="http://schemas.microsoft.com/office/drawing/2014/main" id="{66F1E7AF-1417-4855-4300-41A3882032D9}"/>
              </a:ext>
            </a:extLst>
          </p:cNvPr>
          <p:cNvSpPr txBox="1"/>
          <p:nvPr/>
        </p:nvSpPr>
        <p:spPr>
          <a:xfrm>
            <a:off x="239906" y="2684452"/>
            <a:ext cx="301686" cy="369332"/>
          </a:xfrm>
          <a:prstGeom prst="rect">
            <a:avLst/>
          </a:prstGeom>
          <a:solidFill>
            <a:srgbClr val="FF0000"/>
          </a:solidFill>
        </p:spPr>
        <p:txBody>
          <a:bodyPr wrap="none" rtlCol="0">
            <a:spAutoFit/>
          </a:bodyPr>
          <a:lstStyle/>
          <a:p>
            <a:r>
              <a:rPr lang="en-US" dirty="0"/>
              <a:t>2</a:t>
            </a:r>
          </a:p>
        </p:txBody>
      </p:sp>
      <p:sp>
        <p:nvSpPr>
          <p:cNvPr id="24" name="TextBox 23">
            <a:extLst>
              <a:ext uri="{FF2B5EF4-FFF2-40B4-BE49-F238E27FC236}">
                <a16:creationId xmlns:a16="http://schemas.microsoft.com/office/drawing/2014/main" id="{63AD3F1A-9C5C-C692-CCC6-929D70249458}"/>
              </a:ext>
            </a:extLst>
          </p:cNvPr>
          <p:cNvSpPr txBox="1"/>
          <p:nvPr/>
        </p:nvSpPr>
        <p:spPr>
          <a:xfrm>
            <a:off x="6659131" y="1644379"/>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1550024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28C5-733D-906E-71F0-FED74C19EAAA}"/>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57A9C6AB-DBFD-D7EE-60FA-F60AA0FA4A98}"/>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1B8E2BE1-4298-E9B6-5E66-E9C21ABE643E}"/>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 name="Picture 15">
            <a:extLst>
              <a:ext uri="{FF2B5EF4-FFF2-40B4-BE49-F238E27FC236}">
                <a16:creationId xmlns:a16="http://schemas.microsoft.com/office/drawing/2014/main" id="{49F7AA8D-86FB-CFC9-73BF-663BA23C0306}"/>
              </a:ext>
            </a:extLst>
          </p:cNvPr>
          <p:cNvPicPr>
            <a:picLocks noChangeAspect="1"/>
          </p:cNvPicPr>
          <p:nvPr/>
        </p:nvPicPr>
        <p:blipFill>
          <a:blip r:embed="rId3"/>
          <a:stretch>
            <a:fillRect/>
          </a:stretch>
        </p:blipFill>
        <p:spPr>
          <a:xfrm>
            <a:off x="359577" y="1317439"/>
            <a:ext cx="2953162" cy="2657846"/>
          </a:xfrm>
          <a:prstGeom prst="rect">
            <a:avLst/>
          </a:prstGeom>
        </p:spPr>
      </p:pic>
      <p:pic>
        <p:nvPicPr>
          <p:cNvPr id="5" name="Picture 4">
            <a:extLst>
              <a:ext uri="{FF2B5EF4-FFF2-40B4-BE49-F238E27FC236}">
                <a16:creationId xmlns:a16="http://schemas.microsoft.com/office/drawing/2014/main" id="{82229477-6010-78A3-111F-85C8E3654276}"/>
              </a:ext>
            </a:extLst>
          </p:cNvPr>
          <p:cNvPicPr>
            <a:picLocks noChangeAspect="1"/>
          </p:cNvPicPr>
          <p:nvPr/>
        </p:nvPicPr>
        <p:blipFill>
          <a:blip r:embed="rId4"/>
          <a:stretch>
            <a:fillRect/>
          </a:stretch>
        </p:blipFill>
        <p:spPr>
          <a:xfrm>
            <a:off x="4322274" y="920995"/>
            <a:ext cx="7001852" cy="4067743"/>
          </a:xfrm>
          <a:prstGeom prst="rect">
            <a:avLst/>
          </a:prstGeom>
        </p:spPr>
      </p:pic>
      <p:pic>
        <p:nvPicPr>
          <p:cNvPr id="4" name="Picture 3">
            <a:extLst>
              <a:ext uri="{FF2B5EF4-FFF2-40B4-BE49-F238E27FC236}">
                <a16:creationId xmlns:a16="http://schemas.microsoft.com/office/drawing/2014/main" id="{46D93146-6BF8-248B-BC9F-396B7EFDCA0D}"/>
              </a:ext>
            </a:extLst>
          </p:cNvPr>
          <p:cNvPicPr>
            <a:picLocks noChangeAspect="1"/>
          </p:cNvPicPr>
          <p:nvPr/>
        </p:nvPicPr>
        <p:blipFill>
          <a:blip r:embed="rId5"/>
          <a:stretch>
            <a:fillRect/>
          </a:stretch>
        </p:blipFill>
        <p:spPr>
          <a:xfrm>
            <a:off x="4532607" y="5571574"/>
            <a:ext cx="5782482" cy="400106"/>
          </a:xfrm>
          <a:prstGeom prst="rect">
            <a:avLst/>
          </a:prstGeom>
        </p:spPr>
      </p:pic>
      <p:sp>
        <p:nvSpPr>
          <p:cNvPr id="6" name="TextBox 5">
            <a:extLst>
              <a:ext uri="{FF2B5EF4-FFF2-40B4-BE49-F238E27FC236}">
                <a16:creationId xmlns:a16="http://schemas.microsoft.com/office/drawing/2014/main" id="{72FCCFC6-9146-E760-C6C3-1A86A734F18C}"/>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7" name="Rectangle: Rounded Corners 6">
            <a:extLst>
              <a:ext uri="{FF2B5EF4-FFF2-40B4-BE49-F238E27FC236}">
                <a16:creationId xmlns:a16="http://schemas.microsoft.com/office/drawing/2014/main" id="{E2CD186F-2736-8E1C-FE43-A4508C4FE641}"/>
              </a:ext>
            </a:extLst>
          </p:cNvPr>
          <p:cNvSpPr/>
          <p:nvPr/>
        </p:nvSpPr>
        <p:spPr>
          <a:xfrm>
            <a:off x="460906" y="3106001"/>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FE3865BF-6296-39C5-C03E-010E6C6CB54A}"/>
              </a:ext>
            </a:extLst>
          </p:cNvPr>
          <p:cNvCxnSpPr>
            <a:cxnSpLocks/>
            <a:stCxn id="10" idx="0"/>
            <a:endCxn id="7" idx="2"/>
          </p:cNvCxnSpPr>
          <p:nvPr/>
        </p:nvCxnSpPr>
        <p:spPr>
          <a:xfrm flipH="1" flipV="1">
            <a:off x="1348053" y="3422859"/>
            <a:ext cx="905874" cy="75295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AD69AD0-A802-150F-3EE3-40C54FFC1C32}"/>
              </a:ext>
            </a:extLst>
          </p:cNvPr>
          <p:cNvSpPr txBox="1"/>
          <p:nvPr/>
        </p:nvSpPr>
        <p:spPr>
          <a:xfrm>
            <a:off x="290453" y="4175809"/>
            <a:ext cx="3926948"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t>Then, select the FRS parent device of the HHS gun. In my setup, I use a Magellan 9600i and a PD2590, so I select the 9600.</a:t>
            </a:r>
            <a:endParaRPr lang="en-US" dirty="0"/>
          </a:p>
        </p:txBody>
      </p:sp>
      <p:sp>
        <p:nvSpPr>
          <p:cNvPr id="11" name="Rectangle: Rounded Corners 10">
            <a:extLst>
              <a:ext uri="{FF2B5EF4-FFF2-40B4-BE49-F238E27FC236}">
                <a16:creationId xmlns:a16="http://schemas.microsoft.com/office/drawing/2014/main" id="{92233266-F1E6-A7E1-4297-1C171F91C915}"/>
              </a:ext>
            </a:extLst>
          </p:cNvPr>
          <p:cNvSpPr/>
          <p:nvPr/>
        </p:nvSpPr>
        <p:spPr>
          <a:xfrm>
            <a:off x="4340619" y="3975285"/>
            <a:ext cx="2275904" cy="4827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B7E0AD17-78BC-5C6F-3F9C-718E8B08F969}"/>
              </a:ext>
            </a:extLst>
          </p:cNvPr>
          <p:cNvCxnSpPr>
            <a:cxnSpLocks/>
            <a:stCxn id="13" idx="1"/>
            <a:endCxn id="11" idx="3"/>
          </p:cNvCxnSpPr>
          <p:nvPr/>
        </p:nvCxnSpPr>
        <p:spPr>
          <a:xfrm flipH="1" flipV="1">
            <a:off x="6616523" y="4216641"/>
            <a:ext cx="1039332" cy="84593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65AF816-B28C-E89B-8419-433BE47E6F3E}"/>
              </a:ext>
            </a:extLst>
          </p:cNvPr>
          <p:cNvSpPr txBox="1"/>
          <p:nvPr/>
        </p:nvSpPr>
        <p:spPr>
          <a:xfrm>
            <a:off x="7655855" y="4877911"/>
            <a:ext cx="424569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Then, click here to create pass through file.</a:t>
            </a:r>
          </a:p>
        </p:txBody>
      </p:sp>
      <p:cxnSp>
        <p:nvCxnSpPr>
          <p:cNvPr id="14" name="Straight Arrow Connector 13">
            <a:extLst>
              <a:ext uri="{FF2B5EF4-FFF2-40B4-BE49-F238E27FC236}">
                <a16:creationId xmlns:a16="http://schemas.microsoft.com/office/drawing/2014/main" id="{DD89D6BC-BE94-341C-826B-8D82104FB0B0}"/>
              </a:ext>
            </a:extLst>
          </p:cNvPr>
          <p:cNvCxnSpPr>
            <a:cxnSpLocks/>
            <a:stCxn id="15" idx="3"/>
          </p:cNvCxnSpPr>
          <p:nvPr/>
        </p:nvCxnSpPr>
        <p:spPr>
          <a:xfrm>
            <a:off x="3878984" y="5773720"/>
            <a:ext cx="653623" cy="86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41D51C0-1907-2DE7-92B2-B716D185EF43}"/>
              </a:ext>
            </a:extLst>
          </p:cNvPr>
          <p:cNvSpPr txBox="1"/>
          <p:nvPr/>
        </p:nvSpPr>
        <p:spPr>
          <a:xfrm>
            <a:off x="148862" y="5589054"/>
            <a:ext cx="373012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Now we have .DAT passthrough file</a:t>
            </a:r>
          </a:p>
        </p:txBody>
      </p:sp>
      <p:sp>
        <p:nvSpPr>
          <p:cNvPr id="20" name="Rectangle: Rounded Corners 19">
            <a:extLst>
              <a:ext uri="{FF2B5EF4-FFF2-40B4-BE49-F238E27FC236}">
                <a16:creationId xmlns:a16="http://schemas.microsoft.com/office/drawing/2014/main" id="{4DC4C7A2-A857-C048-A0FF-9F2B67F22E64}"/>
              </a:ext>
            </a:extLst>
          </p:cNvPr>
          <p:cNvSpPr/>
          <p:nvPr/>
        </p:nvSpPr>
        <p:spPr>
          <a:xfrm>
            <a:off x="2051187" y="2185399"/>
            <a:ext cx="1360212"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0CDDA2D5-843E-653F-3AA2-053B563BF738}"/>
              </a:ext>
            </a:extLst>
          </p:cNvPr>
          <p:cNvCxnSpPr>
            <a:cxnSpLocks/>
            <a:stCxn id="24" idx="0"/>
            <a:endCxn id="20" idx="2"/>
          </p:cNvCxnSpPr>
          <p:nvPr/>
        </p:nvCxnSpPr>
        <p:spPr>
          <a:xfrm flipH="1" flipV="1">
            <a:off x="2731293" y="2502257"/>
            <a:ext cx="513073" cy="3671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7004B7A-066D-DB45-FD3C-DD60D1113E0C}"/>
              </a:ext>
            </a:extLst>
          </p:cNvPr>
          <p:cNvSpPr txBox="1"/>
          <p:nvPr/>
        </p:nvSpPr>
        <p:spPr>
          <a:xfrm>
            <a:off x="2618871" y="2869439"/>
            <a:ext cx="125099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Check this</a:t>
            </a:r>
          </a:p>
        </p:txBody>
      </p:sp>
      <p:sp>
        <p:nvSpPr>
          <p:cNvPr id="27" name="TextBox 26">
            <a:extLst>
              <a:ext uri="{FF2B5EF4-FFF2-40B4-BE49-F238E27FC236}">
                <a16:creationId xmlns:a16="http://schemas.microsoft.com/office/drawing/2014/main" id="{FA0E99B0-3B17-2510-30F5-EA15A9034C98}"/>
              </a:ext>
            </a:extLst>
          </p:cNvPr>
          <p:cNvSpPr txBox="1"/>
          <p:nvPr/>
        </p:nvSpPr>
        <p:spPr>
          <a:xfrm>
            <a:off x="1823202" y="1885803"/>
            <a:ext cx="301686" cy="369332"/>
          </a:xfrm>
          <a:prstGeom prst="rect">
            <a:avLst/>
          </a:prstGeom>
          <a:solidFill>
            <a:srgbClr val="FF0000"/>
          </a:solidFill>
        </p:spPr>
        <p:txBody>
          <a:bodyPr wrap="none" rtlCol="0">
            <a:spAutoFit/>
          </a:bodyPr>
          <a:lstStyle/>
          <a:p>
            <a:r>
              <a:rPr lang="en-US" dirty="0"/>
              <a:t>1</a:t>
            </a:r>
          </a:p>
        </p:txBody>
      </p:sp>
      <p:sp>
        <p:nvSpPr>
          <p:cNvPr id="28" name="TextBox 27">
            <a:extLst>
              <a:ext uri="{FF2B5EF4-FFF2-40B4-BE49-F238E27FC236}">
                <a16:creationId xmlns:a16="http://schemas.microsoft.com/office/drawing/2014/main" id="{7DA4BEE2-E2B2-11F4-D7D2-8FCDA0CFBF6E}"/>
              </a:ext>
            </a:extLst>
          </p:cNvPr>
          <p:cNvSpPr txBox="1"/>
          <p:nvPr/>
        </p:nvSpPr>
        <p:spPr>
          <a:xfrm>
            <a:off x="241690" y="2814877"/>
            <a:ext cx="301686" cy="369332"/>
          </a:xfrm>
          <a:prstGeom prst="rect">
            <a:avLst/>
          </a:prstGeom>
          <a:solidFill>
            <a:srgbClr val="FF0000"/>
          </a:solidFill>
        </p:spPr>
        <p:txBody>
          <a:bodyPr wrap="none" rtlCol="0">
            <a:spAutoFit/>
          </a:bodyPr>
          <a:lstStyle/>
          <a:p>
            <a:r>
              <a:rPr lang="en-US" dirty="0"/>
              <a:t>2</a:t>
            </a:r>
          </a:p>
        </p:txBody>
      </p:sp>
      <p:sp>
        <p:nvSpPr>
          <p:cNvPr id="29" name="TextBox 28">
            <a:extLst>
              <a:ext uri="{FF2B5EF4-FFF2-40B4-BE49-F238E27FC236}">
                <a16:creationId xmlns:a16="http://schemas.microsoft.com/office/drawing/2014/main" id="{EE4B8EC3-DA76-50BA-7921-F1BFB79B5061}"/>
              </a:ext>
            </a:extLst>
          </p:cNvPr>
          <p:cNvSpPr txBox="1"/>
          <p:nvPr/>
        </p:nvSpPr>
        <p:spPr>
          <a:xfrm>
            <a:off x="4156820" y="3732638"/>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27256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8F5C-42A4-93C5-052F-D243E75D47B9}"/>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E4D9539D-D9BF-1B66-8D57-0EEE49010350}"/>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2798528F-E884-E59A-9775-A79FAA8AF868}"/>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04B4A08F-48AD-E7A2-6C3A-D1CE08B15CDB}"/>
              </a:ext>
            </a:extLst>
          </p:cNvPr>
          <p:cNvPicPr>
            <a:picLocks noChangeAspect="1"/>
          </p:cNvPicPr>
          <p:nvPr/>
        </p:nvPicPr>
        <p:blipFill>
          <a:blip r:embed="rId3"/>
          <a:stretch>
            <a:fillRect/>
          </a:stretch>
        </p:blipFill>
        <p:spPr>
          <a:xfrm>
            <a:off x="2543564" y="1116193"/>
            <a:ext cx="7194111" cy="4944241"/>
          </a:xfrm>
          <a:prstGeom prst="rect">
            <a:avLst/>
          </a:prstGeom>
        </p:spPr>
      </p:pic>
      <p:sp>
        <p:nvSpPr>
          <p:cNvPr id="4" name="TextBox 3">
            <a:extLst>
              <a:ext uri="{FF2B5EF4-FFF2-40B4-BE49-F238E27FC236}">
                <a16:creationId xmlns:a16="http://schemas.microsoft.com/office/drawing/2014/main" id="{1F8E2CFB-02C8-D554-62F2-0F0422BE944B}"/>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5" name="Rectangle: Rounded Corners 4">
            <a:extLst>
              <a:ext uri="{FF2B5EF4-FFF2-40B4-BE49-F238E27FC236}">
                <a16:creationId xmlns:a16="http://schemas.microsoft.com/office/drawing/2014/main" id="{1B9FFBA1-D4C2-AC30-BD33-C1967695B611}"/>
              </a:ext>
            </a:extLst>
          </p:cNvPr>
          <p:cNvSpPr/>
          <p:nvPr/>
        </p:nvSpPr>
        <p:spPr>
          <a:xfrm>
            <a:off x="3288771" y="3199542"/>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F1C64DC9-9134-87E9-6B7D-F743C8875F17}"/>
              </a:ext>
            </a:extLst>
          </p:cNvPr>
          <p:cNvCxnSpPr>
            <a:cxnSpLocks/>
            <a:endCxn id="5" idx="2"/>
          </p:cNvCxnSpPr>
          <p:nvPr/>
        </p:nvCxnSpPr>
        <p:spPr>
          <a:xfrm flipV="1">
            <a:off x="4175918" y="3516400"/>
            <a:ext cx="0" cy="43417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7878D4C-7359-BADC-DB66-D00FAAB28E5A}"/>
              </a:ext>
            </a:extLst>
          </p:cNvPr>
          <p:cNvSpPr txBox="1"/>
          <p:nvPr/>
        </p:nvSpPr>
        <p:spPr>
          <a:xfrm>
            <a:off x="1481665" y="3950578"/>
            <a:ext cx="314113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Fill HHS device model name</a:t>
            </a:r>
          </a:p>
        </p:txBody>
      </p:sp>
      <p:sp>
        <p:nvSpPr>
          <p:cNvPr id="10" name="TextBox 9">
            <a:extLst>
              <a:ext uri="{FF2B5EF4-FFF2-40B4-BE49-F238E27FC236}">
                <a16:creationId xmlns:a16="http://schemas.microsoft.com/office/drawing/2014/main" id="{A9808957-7581-7847-00A1-0E42F50CCD7F}"/>
              </a:ext>
            </a:extLst>
          </p:cNvPr>
          <p:cNvSpPr txBox="1"/>
          <p:nvPr/>
        </p:nvSpPr>
        <p:spPr>
          <a:xfrm>
            <a:off x="241641" y="1301613"/>
            <a:ext cx="1774294"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In Aladdin, open “SDS Package” page</a:t>
            </a:r>
          </a:p>
        </p:txBody>
      </p:sp>
      <p:sp>
        <p:nvSpPr>
          <p:cNvPr id="11" name="Rectangle: Rounded Corners 10">
            <a:extLst>
              <a:ext uri="{FF2B5EF4-FFF2-40B4-BE49-F238E27FC236}">
                <a16:creationId xmlns:a16="http://schemas.microsoft.com/office/drawing/2014/main" id="{550756C0-E9DB-7E17-FC68-B09B0ECC4652}"/>
              </a:ext>
            </a:extLst>
          </p:cNvPr>
          <p:cNvSpPr/>
          <p:nvPr/>
        </p:nvSpPr>
        <p:spPr>
          <a:xfrm>
            <a:off x="6356297" y="3194871"/>
            <a:ext cx="1774294"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08CB6D8-5A23-65AF-475C-BBC67D77DD02}"/>
              </a:ext>
            </a:extLst>
          </p:cNvPr>
          <p:cNvSpPr/>
          <p:nvPr/>
        </p:nvSpPr>
        <p:spPr>
          <a:xfrm>
            <a:off x="6356297" y="3746877"/>
            <a:ext cx="1774292" cy="40740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3470665-921B-77F6-997D-9E9346BDE9F9}"/>
              </a:ext>
            </a:extLst>
          </p:cNvPr>
          <p:cNvCxnSpPr>
            <a:cxnSpLocks/>
            <a:stCxn id="15" idx="1"/>
            <a:endCxn id="11" idx="3"/>
          </p:cNvCxnSpPr>
          <p:nvPr/>
        </p:nvCxnSpPr>
        <p:spPr>
          <a:xfrm flipH="1">
            <a:off x="8130591" y="3332234"/>
            <a:ext cx="1753796" cy="2106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C8AA1E-39C5-686B-B905-88BFF80A20A3}"/>
              </a:ext>
            </a:extLst>
          </p:cNvPr>
          <p:cNvCxnSpPr>
            <a:cxnSpLocks/>
          </p:cNvCxnSpPr>
          <p:nvPr/>
        </p:nvCxnSpPr>
        <p:spPr>
          <a:xfrm flipH="1">
            <a:off x="8130591" y="3945907"/>
            <a:ext cx="168546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C68E2E2-874D-1476-C076-B056F2E24DC9}"/>
              </a:ext>
            </a:extLst>
          </p:cNvPr>
          <p:cNvSpPr txBox="1"/>
          <p:nvPr/>
        </p:nvSpPr>
        <p:spPr>
          <a:xfrm>
            <a:off x="9884387" y="3147568"/>
            <a:ext cx="195900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Choose USB-COM</a:t>
            </a:r>
          </a:p>
        </p:txBody>
      </p:sp>
      <p:sp>
        <p:nvSpPr>
          <p:cNvPr id="16" name="TextBox 15">
            <a:extLst>
              <a:ext uri="{FF2B5EF4-FFF2-40B4-BE49-F238E27FC236}">
                <a16:creationId xmlns:a16="http://schemas.microsoft.com/office/drawing/2014/main" id="{F70C6BFD-FBAF-0AB8-A774-0FFE6FA921A0}"/>
              </a:ext>
            </a:extLst>
          </p:cNvPr>
          <p:cNvSpPr txBox="1"/>
          <p:nvPr/>
        </p:nvSpPr>
        <p:spPr>
          <a:xfrm>
            <a:off x="9816056" y="3746877"/>
            <a:ext cx="195900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Choose HHS</a:t>
            </a:r>
          </a:p>
        </p:txBody>
      </p:sp>
      <p:sp>
        <p:nvSpPr>
          <p:cNvPr id="17" name="TextBox 16">
            <a:extLst>
              <a:ext uri="{FF2B5EF4-FFF2-40B4-BE49-F238E27FC236}">
                <a16:creationId xmlns:a16="http://schemas.microsoft.com/office/drawing/2014/main" id="{9A6B4ABA-36F7-BD11-7A76-59083F5908C0}"/>
              </a:ext>
            </a:extLst>
          </p:cNvPr>
          <p:cNvSpPr txBox="1"/>
          <p:nvPr/>
        </p:nvSpPr>
        <p:spPr>
          <a:xfrm>
            <a:off x="3052231" y="2933646"/>
            <a:ext cx="301686" cy="369332"/>
          </a:xfrm>
          <a:prstGeom prst="rect">
            <a:avLst/>
          </a:prstGeom>
          <a:solidFill>
            <a:srgbClr val="FF0000"/>
          </a:solid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07BE631B-5A16-9A91-3768-960822EE2228}"/>
              </a:ext>
            </a:extLst>
          </p:cNvPr>
          <p:cNvSpPr txBox="1"/>
          <p:nvPr/>
        </p:nvSpPr>
        <p:spPr>
          <a:xfrm>
            <a:off x="6109957" y="2933646"/>
            <a:ext cx="301686" cy="369332"/>
          </a:xfrm>
          <a:prstGeom prst="rect">
            <a:avLst/>
          </a:prstGeom>
          <a:solidFill>
            <a:srgbClr val="FF0000"/>
          </a:solidFill>
        </p:spPr>
        <p:txBody>
          <a:bodyPr wrap="none" rtlCol="0">
            <a:spAutoFit/>
          </a:bodyPr>
          <a:lstStyle/>
          <a:p>
            <a:r>
              <a:rPr lang="en-US" dirty="0"/>
              <a:t>2</a:t>
            </a:r>
          </a:p>
        </p:txBody>
      </p:sp>
      <p:sp>
        <p:nvSpPr>
          <p:cNvPr id="19" name="TextBox 18">
            <a:extLst>
              <a:ext uri="{FF2B5EF4-FFF2-40B4-BE49-F238E27FC236}">
                <a16:creationId xmlns:a16="http://schemas.microsoft.com/office/drawing/2014/main" id="{B0867E01-80C2-92E8-6DB3-829922243956}"/>
              </a:ext>
            </a:extLst>
          </p:cNvPr>
          <p:cNvSpPr txBox="1"/>
          <p:nvPr/>
        </p:nvSpPr>
        <p:spPr>
          <a:xfrm>
            <a:off x="6109957" y="3597197"/>
            <a:ext cx="301686" cy="369332"/>
          </a:xfrm>
          <a:prstGeom prst="rect">
            <a:avLst/>
          </a:prstGeom>
          <a:solidFill>
            <a:srgbClr val="FF0000"/>
          </a:solidFill>
        </p:spPr>
        <p:txBody>
          <a:bodyPr wrap="none" rtlCol="0">
            <a:spAutoFit/>
          </a:bodyPr>
          <a:lstStyle/>
          <a:p>
            <a:r>
              <a:rPr lang="en-US" dirty="0"/>
              <a:t>3</a:t>
            </a:r>
          </a:p>
        </p:txBody>
      </p:sp>
    </p:spTree>
    <p:extLst>
      <p:ext uri="{BB962C8B-B14F-4D97-AF65-F5344CB8AC3E}">
        <p14:creationId xmlns:p14="http://schemas.microsoft.com/office/powerpoint/2010/main" val="4246892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B9463-064C-2787-BE88-319F8C7C2CAC}"/>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2C1041CB-AE0E-DCA9-9992-FC7A7FDC06A0}"/>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F035500B-4DDF-DB20-C06F-4ACC260E0B24}"/>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60A4042B-924A-01B3-06B8-2889E6545210}"/>
              </a:ext>
            </a:extLst>
          </p:cNvPr>
          <p:cNvPicPr>
            <a:picLocks noChangeAspect="1"/>
          </p:cNvPicPr>
          <p:nvPr/>
        </p:nvPicPr>
        <p:blipFill>
          <a:blip r:embed="rId3"/>
          <a:stretch>
            <a:fillRect/>
          </a:stretch>
        </p:blipFill>
        <p:spPr>
          <a:xfrm>
            <a:off x="503092" y="1534856"/>
            <a:ext cx="4299818" cy="3788288"/>
          </a:xfrm>
          <a:prstGeom prst="rect">
            <a:avLst/>
          </a:prstGeom>
        </p:spPr>
      </p:pic>
      <p:pic>
        <p:nvPicPr>
          <p:cNvPr id="6" name="Picture 5">
            <a:extLst>
              <a:ext uri="{FF2B5EF4-FFF2-40B4-BE49-F238E27FC236}">
                <a16:creationId xmlns:a16="http://schemas.microsoft.com/office/drawing/2014/main" id="{F8FEC45D-34A3-5EA2-7E06-5877509D601C}"/>
              </a:ext>
            </a:extLst>
          </p:cNvPr>
          <p:cNvPicPr>
            <a:picLocks noChangeAspect="1"/>
          </p:cNvPicPr>
          <p:nvPr/>
        </p:nvPicPr>
        <p:blipFill>
          <a:blip r:embed="rId4"/>
          <a:stretch>
            <a:fillRect/>
          </a:stretch>
        </p:blipFill>
        <p:spPr>
          <a:xfrm>
            <a:off x="5929745" y="1529553"/>
            <a:ext cx="5568959" cy="3793591"/>
          </a:xfrm>
          <a:prstGeom prst="rect">
            <a:avLst/>
          </a:prstGeom>
        </p:spPr>
      </p:pic>
      <p:sp>
        <p:nvSpPr>
          <p:cNvPr id="5" name="TextBox 4">
            <a:extLst>
              <a:ext uri="{FF2B5EF4-FFF2-40B4-BE49-F238E27FC236}">
                <a16:creationId xmlns:a16="http://schemas.microsoft.com/office/drawing/2014/main" id="{A23ED3FD-21B7-861A-83EF-81B035CB265C}"/>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7" name="Rectangle: Rounded Corners 6">
            <a:extLst>
              <a:ext uri="{FF2B5EF4-FFF2-40B4-BE49-F238E27FC236}">
                <a16:creationId xmlns:a16="http://schemas.microsoft.com/office/drawing/2014/main" id="{25F57DAD-46B3-08D1-EB75-A15E8B1B75E9}"/>
              </a:ext>
            </a:extLst>
          </p:cNvPr>
          <p:cNvSpPr/>
          <p:nvPr/>
        </p:nvSpPr>
        <p:spPr>
          <a:xfrm>
            <a:off x="692699" y="3088878"/>
            <a:ext cx="1816628"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6A9A095D-84AB-3940-90EA-42BCDD6198AB}"/>
              </a:ext>
            </a:extLst>
          </p:cNvPr>
          <p:cNvCxnSpPr>
            <a:cxnSpLocks/>
            <a:stCxn id="10" idx="2"/>
            <a:endCxn id="7" idx="0"/>
          </p:cNvCxnSpPr>
          <p:nvPr/>
        </p:nvCxnSpPr>
        <p:spPr>
          <a:xfrm flipH="1">
            <a:off x="1601013" y="2307503"/>
            <a:ext cx="2585016" cy="78137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0148E70-9BEC-20C0-7453-C7442D229D1A}"/>
              </a:ext>
            </a:extLst>
          </p:cNvPr>
          <p:cNvSpPr txBox="1"/>
          <p:nvPr/>
        </p:nvSpPr>
        <p:spPr>
          <a:xfrm>
            <a:off x="3379015" y="1661172"/>
            <a:ext cx="161402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Click to select firmware</a:t>
            </a:r>
          </a:p>
        </p:txBody>
      </p:sp>
      <p:sp>
        <p:nvSpPr>
          <p:cNvPr id="11" name="Rectangle: Rounded Corners 10">
            <a:extLst>
              <a:ext uri="{FF2B5EF4-FFF2-40B4-BE49-F238E27FC236}">
                <a16:creationId xmlns:a16="http://schemas.microsoft.com/office/drawing/2014/main" id="{CF8017CB-9DF4-1325-7E07-A35A6779C8A8}"/>
              </a:ext>
            </a:extLst>
          </p:cNvPr>
          <p:cNvSpPr/>
          <p:nvPr/>
        </p:nvSpPr>
        <p:spPr>
          <a:xfrm>
            <a:off x="5939599" y="2211021"/>
            <a:ext cx="1871132" cy="3168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CE5BD2A2-8153-FF1F-6759-79779925E918}"/>
              </a:ext>
            </a:extLst>
          </p:cNvPr>
          <p:cNvCxnSpPr>
            <a:cxnSpLocks/>
            <a:stCxn id="13" idx="1"/>
            <a:endCxn id="11" idx="3"/>
          </p:cNvCxnSpPr>
          <p:nvPr/>
        </p:nvCxnSpPr>
        <p:spPr>
          <a:xfrm flipH="1">
            <a:off x="7810731" y="1013166"/>
            <a:ext cx="681724" cy="135628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C10F74B-3361-C97F-6B63-B4F94DAD39DA}"/>
              </a:ext>
            </a:extLst>
          </p:cNvPr>
          <p:cNvSpPr txBox="1"/>
          <p:nvPr/>
        </p:nvSpPr>
        <p:spPr>
          <a:xfrm>
            <a:off x="8492455" y="690000"/>
            <a:ext cx="181851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Load the created pass-through file</a:t>
            </a:r>
          </a:p>
        </p:txBody>
      </p:sp>
      <p:sp>
        <p:nvSpPr>
          <p:cNvPr id="22" name="Rectangle: Rounded Corners 21">
            <a:extLst>
              <a:ext uri="{FF2B5EF4-FFF2-40B4-BE49-F238E27FC236}">
                <a16:creationId xmlns:a16="http://schemas.microsoft.com/office/drawing/2014/main" id="{F00B7EA2-3D60-3DF5-6218-BCF8409784F6}"/>
              </a:ext>
            </a:extLst>
          </p:cNvPr>
          <p:cNvSpPr/>
          <p:nvPr/>
        </p:nvSpPr>
        <p:spPr>
          <a:xfrm>
            <a:off x="692699" y="3548674"/>
            <a:ext cx="1999701" cy="2582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08BAC37-4015-204F-461C-16F3AA95039B}"/>
              </a:ext>
            </a:extLst>
          </p:cNvPr>
          <p:cNvCxnSpPr>
            <a:cxnSpLocks/>
            <a:stCxn id="24" idx="1"/>
            <a:endCxn id="22" idx="3"/>
          </p:cNvCxnSpPr>
          <p:nvPr/>
        </p:nvCxnSpPr>
        <p:spPr>
          <a:xfrm flipH="1">
            <a:off x="2692400" y="3676859"/>
            <a:ext cx="876080" cy="95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0C84669-1E91-83F1-0E74-1BEA1B3C6AAC}"/>
              </a:ext>
            </a:extLst>
          </p:cNvPr>
          <p:cNvSpPr txBox="1"/>
          <p:nvPr/>
        </p:nvSpPr>
        <p:spPr>
          <a:xfrm>
            <a:off x="3568480" y="3492193"/>
            <a:ext cx="161402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Check this</a:t>
            </a:r>
          </a:p>
        </p:txBody>
      </p:sp>
      <p:sp>
        <p:nvSpPr>
          <p:cNvPr id="25" name="Rectangle: Rounded Corners 24">
            <a:extLst>
              <a:ext uri="{FF2B5EF4-FFF2-40B4-BE49-F238E27FC236}">
                <a16:creationId xmlns:a16="http://schemas.microsoft.com/office/drawing/2014/main" id="{0BE5D883-D946-CCF8-53A0-E7E94F466649}"/>
              </a:ext>
            </a:extLst>
          </p:cNvPr>
          <p:cNvSpPr/>
          <p:nvPr/>
        </p:nvSpPr>
        <p:spPr>
          <a:xfrm>
            <a:off x="692699" y="3991617"/>
            <a:ext cx="2270655" cy="34965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A2C4CF0B-0E2F-D8ED-3B51-9DD5C408B887}"/>
              </a:ext>
            </a:extLst>
          </p:cNvPr>
          <p:cNvCxnSpPr>
            <a:cxnSpLocks/>
            <a:stCxn id="27" idx="1"/>
          </p:cNvCxnSpPr>
          <p:nvPr/>
        </p:nvCxnSpPr>
        <p:spPr>
          <a:xfrm flipH="1" flipV="1">
            <a:off x="2997222" y="4166445"/>
            <a:ext cx="531334" cy="12594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EA8465E-6F35-6DB8-4569-0CA09D343F5C}"/>
              </a:ext>
            </a:extLst>
          </p:cNvPr>
          <p:cNvSpPr txBox="1"/>
          <p:nvPr/>
        </p:nvSpPr>
        <p:spPr>
          <a:xfrm>
            <a:off x="3528556" y="3969223"/>
            <a:ext cx="161402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FRS device</a:t>
            </a:r>
          </a:p>
        </p:txBody>
      </p:sp>
      <p:sp>
        <p:nvSpPr>
          <p:cNvPr id="28" name="Rectangle: Rounded Corners 27">
            <a:extLst>
              <a:ext uri="{FF2B5EF4-FFF2-40B4-BE49-F238E27FC236}">
                <a16:creationId xmlns:a16="http://schemas.microsoft.com/office/drawing/2014/main" id="{5AE37EBF-A79C-87F7-A953-814C106CFA42}"/>
              </a:ext>
            </a:extLst>
          </p:cNvPr>
          <p:cNvSpPr/>
          <p:nvPr/>
        </p:nvSpPr>
        <p:spPr>
          <a:xfrm>
            <a:off x="692700" y="4591181"/>
            <a:ext cx="2304522" cy="34393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77AD90EF-B568-666C-9F3E-9EBC5D170ACB}"/>
              </a:ext>
            </a:extLst>
          </p:cNvPr>
          <p:cNvCxnSpPr>
            <a:cxnSpLocks/>
            <a:stCxn id="30" idx="0"/>
            <a:endCxn id="28" idx="2"/>
          </p:cNvCxnSpPr>
          <p:nvPr/>
        </p:nvCxnSpPr>
        <p:spPr>
          <a:xfrm flipV="1">
            <a:off x="1828026" y="4935114"/>
            <a:ext cx="16935" cy="56578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B47C47C-FF87-79E5-3A59-7249EDC14E8C}"/>
              </a:ext>
            </a:extLst>
          </p:cNvPr>
          <p:cNvSpPr txBox="1"/>
          <p:nvPr/>
        </p:nvSpPr>
        <p:spPr>
          <a:xfrm>
            <a:off x="1021012" y="5500899"/>
            <a:ext cx="161402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OEM</a:t>
            </a:r>
          </a:p>
        </p:txBody>
      </p:sp>
      <p:sp>
        <p:nvSpPr>
          <p:cNvPr id="46" name="TextBox 45">
            <a:extLst>
              <a:ext uri="{FF2B5EF4-FFF2-40B4-BE49-F238E27FC236}">
                <a16:creationId xmlns:a16="http://schemas.microsoft.com/office/drawing/2014/main" id="{50476E01-BE83-A8C4-9E7F-78F85DD3C96A}"/>
              </a:ext>
            </a:extLst>
          </p:cNvPr>
          <p:cNvSpPr txBox="1"/>
          <p:nvPr/>
        </p:nvSpPr>
        <p:spPr>
          <a:xfrm>
            <a:off x="495635" y="2830664"/>
            <a:ext cx="301686" cy="369332"/>
          </a:xfrm>
          <a:prstGeom prst="rect">
            <a:avLst/>
          </a:prstGeom>
          <a:solidFill>
            <a:srgbClr val="FF0000"/>
          </a:solidFill>
        </p:spPr>
        <p:txBody>
          <a:bodyPr wrap="none" rtlCol="0">
            <a:spAutoFit/>
          </a:bodyPr>
          <a:lstStyle/>
          <a:p>
            <a:r>
              <a:rPr lang="en-US" dirty="0"/>
              <a:t>1</a:t>
            </a:r>
          </a:p>
        </p:txBody>
      </p:sp>
      <p:sp>
        <p:nvSpPr>
          <p:cNvPr id="47" name="TextBox 46">
            <a:extLst>
              <a:ext uri="{FF2B5EF4-FFF2-40B4-BE49-F238E27FC236}">
                <a16:creationId xmlns:a16="http://schemas.microsoft.com/office/drawing/2014/main" id="{8877D759-2DBA-ABF5-372B-25735757BF88}"/>
              </a:ext>
            </a:extLst>
          </p:cNvPr>
          <p:cNvSpPr txBox="1"/>
          <p:nvPr/>
        </p:nvSpPr>
        <p:spPr>
          <a:xfrm>
            <a:off x="2645681" y="3234255"/>
            <a:ext cx="301686" cy="369332"/>
          </a:xfrm>
          <a:prstGeom prst="rect">
            <a:avLst/>
          </a:prstGeom>
          <a:solidFill>
            <a:srgbClr val="FF0000"/>
          </a:solidFill>
        </p:spPr>
        <p:txBody>
          <a:bodyPr wrap="none" rtlCol="0">
            <a:spAutoFit/>
          </a:bodyPr>
          <a:lstStyle/>
          <a:p>
            <a:r>
              <a:rPr lang="en-US" dirty="0"/>
              <a:t>3</a:t>
            </a:r>
          </a:p>
        </p:txBody>
      </p:sp>
      <p:sp>
        <p:nvSpPr>
          <p:cNvPr id="48" name="TextBox 47">
            <a:extLst>
              <a:ext uri="{FF2B5EF4-FFF2-40B4-BE49-F238E27FC236}">
                <a16:creationId xmlns:a16="http://schemas.microsoft.com/office/drawing/2014/main" id="{723D0321-0F92-BF1D-EB70-66C96036EB2D}"/>
              </a:ext>
            </a:extLst>
          </p:cNvPr>
          <p:cNvSpPr txBox="1"/>
          <p:nvPr/>
        </p:nvSpPr>
        <p:spPr>
          <a:xfrm>
            <a:off x="402845" y="3981371"/>
            <a:ext cx="301686" cy="369332"/>
          </a:xfrm>
          <a:prstGeom prst="rect">
            <a:avLst/>
          </a:prstGeom>
          <a:solidFill>
            <a:srgbClr val="FF0000"/>
          </a:solidFill>
        </p:spPr>
        <p:txBody>
          <a:bodyPr wrap="none" rtlCol="0">
            <a:spAutoFit/>
          </a:bodyPr>
          <a:lstStyle/>
          <a:p>
            <a:r>
              <a:rPr lang="en-US" dirty="0"/>
              <a:t>4</a:t>
            </a:r>
          </a:p>
        </p:txBody>
      </p:sp>
      <p:sp>
        <p:nvSpPr>
          <p:cNvPr id="50" name="TextBox 49">
            <a:extLst>
              <a:ext uri="{FF2B5EF4-FFF2-40B4-BE49-F238E27FC236}">
                <a16:creationId xmlns:a16="http://schemas.microsoft.com/office/drawing/2014/main" id="{6802C8BF-110A-A150-A5F4-BC6C261CF2D7}"/>
              </a:ext>
            </a:extLst>
          </p:cNvPr>
          <p:cNvSpPr txBox="1"/>
          <p:nvPr/>
        </p:nvSpPr>
        <p:spPr>
          <a:xfrm>
            <a:off x="509540" y="4848674"/>
            <a:ext cx="301686" cy="369332"/>
          </a:xfrm>
          <a:prstGeom prst="rect">
            <a:avLst/>
          </a:prstGeom>
          <a:solidFill>
            <a:srgbClr val="FF0000"/>
          </a:solidFill>
        </p:spPr>
        <p:txBody>
          <a:bodyPr wrap="none" rtlCol="0">
            <a:spAutoFit/>
          </a:bodyPr>
          <a:lstStyle/>
          <a:p>
            <a:r>
              <a:rPr lang="en-US" dirty="0"/>
              <a:t>5</a:t>
            </a:r>
          </a:p>
        </p:txBody>
      </p:sp>
      <p:sp>
        <p:nvSpPr>
          <p:cNvPr id="51" name="TextBox 50">
            <a:extLst>
              <a:ext uri="{FF2B5EF4-FFF2-40B4-BE49-F238E27FC236}">
                <a16:creationId xmlns:a16="http://schemas.microsoft.com/office/drawing/2014/main" id="{3723B855-55D7-A22C-9A7A-73FFFDE0F519}"/>
              </a:ext>
            </a:extLst>
          </p:cNvPr>
          <p:cNvSpPr txBox="1"/>
          <p:nvPr/>
        </p:nvSpPr>
        <p:spPr>
          <a:xfrm>
            <a:off x="5728329" y="2461332"/>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496194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BC31-EF21-BC4B-A01D-76B296BF529D}"/>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44F41607-F54F-4704-01BF-DE318EE72D5F}"/>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64E9AEAB-70E8-0D2F-CEA7-ADA4AE68ECBA}"/>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AE53F4FC-8FB3-15FE-16A9-4488B6DE33D5}"/>
              </a:ext>
            </a:extLst>
          </p:cNvPr>
          <p:cNvPicPr>
            <a:picLocks noChangeAspect="1"/>
          </p:cNvPicPr>
          <p:nvPr/>
        </p:nvPicPr>
        <p:blipFill>
          <a:blip r:embed="rId3"/>
          <a:stretch>
            <a:fillRect/>
          </a:stretch>
        </p:blipFill>
        <p:spPr>
          <a:xfrm>
            <a:off x="300907" y="1099127"/>
            <a:ext cx="5721201" cy="5100477"/>
          </a:xfrm>
          <a:prstGeom prst="rect">
            <a:avLst/>
          </a:prstGeom>
        </p:spPr>
      </p:pic>
      <p:pic>
        <p:nvPicPr>
          <p:cNvPr id="6" name="Picture 5">
            <a:extLst>
              <a:ext uri="{FF2B5EF4-FFF2-40B4-BE49-F238E27FC236}">
                <a16:creationId xmlns:a16="http://schemas.microsoft.com/office/drawing/2014/main" id="{09B72632-47E0-33E7-8F12-63A8E9118E67}"/>
              </a:ext>
            </a:extLst>
          </p:cNvPr>
          <p:cNvPicPr>
            <a:picLocks noChangeAspect="1"/>
          </p:cNvPicPr>
          <p:nvPr/>
        </p:nvPicPr>
        <p:blipFill>
          <a:blip r:embed="rId4"/>
          <a:stretch>
            <a:fillRect/>
          </a:stretch>
        </p:blipFill>
        <p:spPr>
          <a:xfrm>
            <a:off x="6810049" y="1099127"/>
            <a:ext cx="4667901" cy="819264"/>
          </a:xfrm>
          <a:prstGeom prst="rect">
            <a:avLst/>
          </a:prstGeom>
        </p:spPr>
      </p:pic>
      <p:pic>
        <p:nvPicPr>
          <p:cNvPr id="8" name="Picture 7">
            <a:extLst>
              <a:ext uri="{FF2B5EF4-FFF2-40B4-BE49-F238E27FC236}">
                <a16:creationId xmlns:a16="http://schemas.microsoft.com/office/drawing/2014/main" id="{7C4704C4-F7D0-2C39-6302-4E70BF402E7C}"/>
              </a:ext>
            </a:extLst>
          </p:cNvPr>
          <p:cNvPicPr>
            <a:picLocks noChangeAspect="1"/>
          </p:cNvPicPr>
          <p:nvPr/>
        </p:nvPicPr>
        <p:blipFill>
          <a:blip r:embed="rId5"/>
          <a:stretch>
            <a:fillRect/>
          </a:stretch>
        </p:blipFill>
        <p:spPr>
          <a:xfrm>
            <a:off x="7211171" y="5319768"/>
            <a:ext cx="4458322" cy="323895"/>
          </a:xfrm>
          <a:prstGeom prst="rect">
            <a:avLst/>
          </a:prstGeom>
        </p:spPr>
      </p:pic>
      <p:sp>
        <p:nvSpPr>
          <p:cNvPr id="5" name="TextBox 4">
            <a:extLst>
              <a:ext uri="{FF2B5EF4-FFF2-40B4-BE49-F238E27FC236}">
                <a16:creationId xmlns:a16="http://schemas.microsoft.com/office/drawing/2014/main" id="{52568947-1096-C008-42F5-5E5D621C7823}"/>
              </a:ext>
            </a:extLst>
          </p:cNvPr>
          <p:cNvSpPr txBox="1"/>
          <p:nvPr/>
        </p:nvSpPr>
        <p:spPr>
          <a:xfrm>
            <a:off x="300908" y="810939"/>
            <a:ext cx="7262501" cy="369332"/>
          </a:xfrm>
          <a:prstGeom prst="rect">
            <a:avLst/>
          </a:prstGeom>
          <a:noFill/>
        </p:spPr>
        <p:txBody>
          <a:bodyPr wrap="none" rtlCol="0">
            <a:spAutoFit/>
          </a:bodyPr>
          <a:lstStyle/>
          <a:p>
            <a:r>
              <a:rPr lang="en-US" dirty="0"/>
              <a:t>2.2. Create SDS package for the HHS gun with USB-OEM FRS, USB-COM HHS</a:t>
            </a:r>
          </a:p>
        </p:txBody>
      </p:sp>
      <p:sp>
        <p:nvSpPr>
          <p:cNvPr id="7" name="Rectangle: Rounded Corners 6">
            <a:extLst>
              <a:ext uri="{FF2B5EF4-FFF2-40B4-BE49-F238E27FC236}">
                <a16:creationId xmlns:a16="http://schemas.microsoft.com/office/drawing/2014/main" id="{80FC4E40-8B14-57CC-B52C-70EDC25E213F}"/>
              </a:ext>
            </a:extLst>
          </p:cNvPr>
          <p:cNvSpPr/>
          <p:nvPr/>
        </p:nvSpPr>
        <p:spPr>
          <a:xfrm>
            <a:off x="4163294" y="5758873"/>
            <a:ext cx="2006600"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D793405-86C9-11DE-CDC1-5269F65939F1}"/>
              </a:ext>
            </a:extLst>
          </p:cNvPr>
          <p:cNvCxnSpPr>
            <a:cxnSpLocks/>
            <a:stCxn id="11" idx="2"/>
            <a:endCxn id="7" idx="0"/>
          </p:cNvCxnSpPr>
          <p:nvPr/>
        </p:nvCxnSpPr>
        <p:spPr>
          <a:xfrm flipH="1">
            <a:off x="5166594" y="3705588"/>
            <a:ext cx="2593088" cy="205328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052B9A9-E674-3DC9-7949-DD0A9E2B6FBF}"/>
              </a:ext>
            </a:extLst>
          </p:cNvPr>
          <p:cNvSpPr txBox="1"/>
          <p:nvPr/>
        </p:nvSpPr>
        <p:spPr>
          <a:xfrm>
            <a:off x="6415630" y="3059257"/>
            <a:ext cx="268810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Review the package info and click create</a:t>
            </a:r>
          </a:p>
        </p:txBody>
      </p:sp>
      <p:sp>
        <p:nvSpPr>
          <p:cNvPr id="12" name="Rectangle: Rounded Corners 11">
            <a:extLst>
              <a:ext uri="{FF2B5EF4-FFF2-40B4-BE49-F238E27FC236}">
                <a16:creationId xmlns:a16="http://schemas.microsoft.com/office/drawing/2014/main" id="{AC97D590-528C-EBDE-AF59-B47032555CD5}"/>
              </a:ext>
            </a:extLst>
          </p:cNvPr>
          <p:cNvSpPr/>
          <p:nvPr/>
        </p:nvSpPr>
        <p:spPr>
          <a:xfrm>
            <a:off x="9668959" y="1154812"/>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8A2553B2-61F7-FC5D-7357-C7CD810446B4}"/>
              </a:ext>
            </a:extLst>
          </p:cNvPr>
          <p:cNvCxnSpPr>
            <a:cxnSpLocks/>
            <a:stCxn id="14" idx="3"/>
            <a:endCxn id="12" idx="1"/>
          </p:cNvCxnSpPr>
          <p:nvPr/>
        </p:nvCxnSpPr>
        <p:spPr>
          <a:xfrm flipV="1">
            <a:off x="8538509" y="1376284"/>
            <a:ext cx="1130450" cy="97773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9B1264A-5FEE-DE8F-56BF-E78B34C54B23}"/>
              </a:ext>
            </a:extLst>
          </p:cNvPr>
          <p:cNvSpPr txBox="1"/>
          <p:nvPr/>
        </p:nvSpPr>
        <p:spPr>
          <a:xfrm>
            <a:off x="6451925" y="2169352"/>
            <a:ext cx="208658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Rename and save</a:t>
            </a:r>
          </a:p>
        </p:txBody>
      </p:sp>
      <p:cxnSp>
        <p:nvCxnSpPr>
          <p:cNvPr id="17" name="Straight Arrow Connector 16">
            <a:extLst>
              <a:ext uri="{FF2B5EF4-FFF2-40B4-BE49-F238E27FC236}">
                <a16:creationId xmlns:a16="http://schemas.microsoft.com/office/drawing/2014/main" id="{F7732E88-903B-6A69-B3F4-E81DD624EE15}"/>
              </a:ext>
            </a:extLst>
          </p:cNvPr>
          <p:cNvCxnSpPr>
            <a:cxnSpLocks/>
            <a:endCxn id="8" idx="0"/>
          </p:cNvCxnSpPr>
          <p:nvPr/>
        </p:nvCxnSpPr>
        <p:spPr>
          <a:xfrm>
            <a:off x="9440332" y="4902200"/>
            <a:ext cx="0" cy="41756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AC364EC-CBA4-AE62-A5EF-C95526D1A240}"/>
              </a:ext>
            </a:extLst>
          </p:cNvPr>
          <p:cNvSpPr txBox="1"/>
          <p:nvPr/>
        </p:nvSpPr>
        <p:spPr>
          <a:xfrm>
            <a:off x="8461836" y="4233004"/>
            <a:ext cx="208658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Now we have the SDS package</a:t>
            </a:r>
          </a:p>
        </p:txBody>
      </p:sp>
      <p:sp>
        <p:nvSpPr>
          <p:cNvPr id="21" name="TextBox 20">
            <a:extLst>
              <a:ext uri="{FF2B5EF4-FFF2-40B4-BE49-F238E27FC236}">
                <a16:creationId xmlns:a16="http://schemas.microsoft.com/office/drawing/2014/main" id="{DBD9A8DB-1096-E87B-E916-087BA5154CA6}"/>
              </a:ext>
            </a:extLst>
          </p:cNvPr>
          <p:cNvSpPr txBox="1"/>
          <p:nvPr/>
        </p:nvSpPr>
        <p:spPr>
          <a:xfrm>
            <a:off x="4012451" y="5481715"/>
            <a:ext cx="301686" cy="369332"/>
          </a:xfrm>
          <a:prstGeom prst="rect">
            <a:avLst/>
          </a:prstGeom>
          <a:solidFill>
            <a:srgbClr val="FF0000"/>
          </a:solidFill>
        </p:spPr>
        <p:txBody>
          <a:bodyPr wrap="none" rtlCol="0">
            <a:spAutoFit/>
          </a:bodyPr>
          <a:lstStyle/>
          <a:p>
            <a:r>
              <a:rPr lang="en-US" dirty="0"/>
              <a:t>1</a:t>
            </a:r>
          </a:p>
        </p:txBody>
      </p:sp>
      <p:sp>
        <p:nvSpPr>
          <p:cNvPr id="22" name="TextBox 21">
            <a:extLst>
              <a:ext uri="{FF2B5EF4-FFF2-40B4-BE49-F238E27FC236}">
                <a16:creationId xmlns:a16="http://schemas.microsoft.com/office/drawing/2014/main" id="{4F6E2185-A872-24B3-0E2D-932FE800DBEC}"/>
              </a:ext>
            </a:extLst>
          </p:cNvPr>
          <p:cNvSpPr txBox="1"/>
          <p:nvPr/>
        </p:nvSpPr>
        <p:spPr>
          <a:xfrm>
            <a:off x="9518116" y="868374"/>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3123911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8372-9795-3B90-1F7A-AB773BB6FDB8}"/>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E00DD1D4-41DB-3864-B12E-83A9A2E386FB}"/>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sp>
        <p:nvSpPr>
          <p:cNvPr id="2" name="AutoShape 2" descr="Open photo">
            <a:extLst>
              <a:ext uri="{FF2B5EF4-FFF2-40B4-BE49-F238E27FC236}">
                <a16:creationId xmlns:a16="http://schemas.microsoft.com/office/drawing/2014/main" id="{451FD4BC-C25A-190F-32B3-304332D39544}"/>
              </a:ext>
            </a:extLst>
          </p:cNvPr>
          <p:cNvSpPr>
            <a:spLocks noChangeAspect="1" noChangeArrowheads="1"/>
          </p:cNvSpPr>
          <p:nvPr/>
        </p:nvSpPr>
        <p:spPr bwMode="auto">
          <a:xfrm>
            <a:off x="2446269" y="576787"/>
            <a:ext cx="5012267" cy="50122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1376D255-69D3-6867-5B48-BAA43D8D79AC}"/>
              </a:ext>
            </a:extLst>
          </p:cNvPr>
          <p:cNvPicPr>
            <a:picLocks noChangeAspect="1"/>
          </p:cNvPicPr>
          <p:nvPr/>
        </p:nvPicPr>
        <p:blipFill>
          <a:blip r:embed="rId3"/>
          <a:stretch>
            <a:fillRect/>
          </a:stretch>
        </p:blipFill>
        <p:spPr>
          <a:xfrm>
            <a:off x="300908" y="3350279"/>
            <a:ext cx="5471819" cy="2696782"/>
          </a:xfrm>
          <a:prstGeom prst="rect">
            <a:avLst/>
          </a:prstGeom>
        </p:spPr>
      </p:pic>
      <p:pic>
        <p:nvPicPr>
          <p:cNvPr id="6" name="Picture 5">
            <a:extLst>
              <a:ext uri="{FF2B5EF4-FFF2-40B4-BE49-F238E27FC236}">
                <a16:creationId xmlns:a16="http://schemas.microsoft.com/office/drawing/2014/main" id="{50A1C53E-9DE2-1757-A47C-6B357FB96E80}"/>
              </a:ext>
            </a:extLst>
          </p:cNvPr>
          <p:cNvPicPr>
            <a:picLocks noChangeAspect="1"/>
          </p:cNvPicPr>
          <p:nvPr/>
        </p:nvPicPr>
        <p:blipFill>
          <a:blip r:embed="rId4"/>
          <a:stretch>
            <a:fillRect/>
          </a:stretch>
        </p:blipFill>
        <p:spPr>
          <a:xfrm>
            <a:off x="6297638" y="1208411"/>
            <a:ext cx="4295033" cy="4441178"/>
          </a:xfrm>
          <a:prstGeom prst="rect">
            <a:avLst/>
          </a:prstGeom>
        </p:spPr>
      </p:pic>
      <p:sp>
        <p:nvSpPr>
          <p:cNvPr id="3" name="TextBox 2">
            <a:extLst>
              <a:ext uri="{FF2B5EF4-FFF2-40B4-BE49-F238E27FC236}">
                <a16:creationId xmlns:a16="http://schemas.microsoft.com/office/drawing/2014/main" id="{AF17FE91-1774-5544-8101-B708E5FB7574}"/>
              </a:ext>
            </a:extLst>
          </p:cNvPr>
          <p:cNvSpPr txBox="1"/>
          <p:nvPr/>
        </p:nvSpPr>
        <p:spPr>
          <a:xfrm>
            <a:off x="300908" y="810939"/>
            <a:ext cx="8208401" cy="369332"/>
          </a:xfrm>
          <a:prstGeom prst="rect">
            <a:avLst/>
          </a:prstGeom>
          <a:noFill/>
        </p:spPr>
        <p:txBody>
          <a:bodyPr wrap="none" rtlCol="0">
            <a:spAutoFit/>
          </a:bodyPr>
          <a:lstStyle/>
          <a:p>
            <a:r>
              <a:rPr lang="en-US" dirty="0"/>
              <a:t>2.3. Upload SDS package on DL Connect website and trigger the package from remote</a:t>
            </a:r>
          </a:p>
        </p:txBody>
      </p:sp>
      <p:sp>
        <p:nvSpPr>
          <p:cNvPr id="5" name="Rectangle: Rounded Corners 4">
            <a:extLst>
              <a:ext uri="{FF2B5EF4-FFF2-40B4-BE49-F238E27FC236}">
                <a16:creationId xmlns:a16="http://schemas.microsoft.com/office/drawing/2014/main" id="{326A1D9A-8984-3A0E-6150-2C3C309F653E}"/>
              </a:ext>
            </a:extLst>
          </p:cNvPr>
          <p:cNvSpPr/>
          <p:nvPr/>
        </p:nvSpPr>
        <p:spPr>
          <a:xfrm>
            <a:off x="2791060" y="3297157"/>
            <a:ext cx="939801"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1752F7A-C77E-3F45-2E38-BB4CB5BC31A7}"/>
              </a:ext>
            </a:extLst>
          </p:cNvPr>
          <p:cNvCxnSpPr>
            <a:cxnSpLocks/>
            <a:stCxn id="8" idx="2"/>
            <a:endCxn id="5" idx="0"/>
          </p:cNvCxnSpPr>
          <p:nvPr/>
        </p:nvCxnSpPr>
        <p:spPr>
          <a:xfrm>
            <a:off x="3249300" y="2697045"/>
            <a:ext cx="11661" cy="6001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71FC423-96D3-B541-8CF5-5A4E2B0F2BCB}"/>
              </a:ext>
            </a:extLst>
          </p:cNvPr>
          <p:cNvSpPr txBox="1"/>
          <p:nvPr/>
        </p:nvSpPr>
        <p:spPr>
          <a:xfrm>
            <a:off x="604237" y="2327713"/>
            <a:ext cx="529012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Open DL Connect web site, select Configurations tab</a:t>
            </a:r>
          </a:p>
        </p:txBody>
      </p:sp>
      <p:sp>
        <p:nvSpPr>
          <p:cNvPr id="22" name="TextBox 21">
            <a:extLst>
              <a:ext uri="{FF2B5EF4-FFF2-40B4-BE49-F238E27FC236}">
                <a16:creationId xmlns:a16="http://schemas.microsoft.com/office/drawing/2014/main" id="{0EEB2688-B208-B6A5-813E-08887246E44E}"/>
              </a:ext>
            </a:extLst>
          </p:cNvPr>
          <p:cNvSpPr txBox="1"/>
          <p:nvPr/>
        </p:nvSpPr>
        <p:spPr>
          <a:xfrm>
            <a:off x="165138" y="1292327"/>
            <a:ext cx="5996730" cy="923330"/>
          </a:xfrm>
          <a:prstGeom prst="rect">
            <a:avLst/>
          </a:prstGeom>
          <a:noFill/>
        </p:spPr>
        <p:txBody>
          <a:bodyPr wrap="square">
            <a:spAutoFit/>
          </a:bodyPr>
          <a:lstStyle/>
          <a:p>
            <a:r>
              <a:rPr lang="en-US" dirty="0">
                <a:solidFill>
                  <a:srgbClr val="FF0000"/>
                </a:solidFill>
              </a:rPr>
              <a:t>Section 2.3 provides an example of triggering an SDS execution remotely for the USB-COM FRS + USB-COM HHS scenario.</a:t>
            </a:r>
          </a:p>
        </p:txBody>
      </p:sp>
      <p:sp>
        <p:nvSpPr>
          <p:cNvPr id="23" name="Rectangle: Rounded Corners 22">
            <a:extLst>
              <a:ext uri="{FF2B5EF4-FFF2-40B4-BE49-F238E27FC236}">
                <a16:creationId xmlns:a16="http://schemas.microsoft.com/office/drawing/2014/main" id="{989DFF31-9CA6-B789-ED0B-7825CD03AEC5}"/>
              </a:ext>
            </a:extLst>
          </p:cNvPr>
          <p:cNvSpPr/>
          <p:nvPr/>
        </p:nvSpPr>
        <p:spPr>
          <a:xfrm>
            <a:off x="6419274" y="1884770"/>
            <a:ext cx="4295033"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E8EAA0C5-2C62-DF17-60A0-8C32AC4ECAAE}"/>
              </a:ext>
            </a:extLst>
          </p:cNvPr>
          <p:cNvCxnSpPr>
            <a:cxnSpLocks/>
            <a:stCxn id="25" idx="2"/>
            <a:endCxn id="23" idx="0"/>
          </p:cNvCxnSpPr>
          <p:nvPr/>
        </p:nvCxnSpPr>
        <p:spPr>
          <a:xfrm flipH="1">
            <a:off x="8566791" y="1492390"/>
            <a:ext cx="1678030" cy="39238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45F020E-027F-9019-932A-104C913A2089}"/>
              </a:ext>
            </a:extLst>
          </p:cNvPr>
          <p:cNvSpPr txBox="1"/>
          <p:nvPr/>
        </p:nvSpPr>
        <p:spPr>
          <a:xfrm>
            <a:off x="8576888" y="846059"/>
            <a:ext cx="333586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Load SDS package created from </a:t>
            </a:r>
            <a:r>
              <a:rPr lang="en-US" dirty="0">
                <a:solidFill>
                  <a:srgbClr val="FF0000"/>
                </a:solidFill>
              </a:rPr>
              <a:t>2.1 section</a:t>
            </a:r>
          </a:p>
        </p:txBody>
      </p:sp>
      <p:cxnSp>
        <p:nvCxnSpPr>
          <p:cNvPr id="35" name="Straight Arrow Connector 34">
            <a:extLst>
              <a:ext uri="{FF2B5EF4-FFF2-40B4-BE49-F238E27FC236}">
                <a16:creationId xmlns:a16="http://schemas.microsoft.com/office/drawing/2014/main" id="{545A2381-2AB5-A981-6578-38DBAA2E1065}"/>
              </a:ext>
            </a:extLst>
          </p:cNvPr>
          <p:cNvCxnSpPr>
            <a:cxnSpLocks/>
            <a:stCxn id="36" idx="1"/>
            <a:endCxn id="37" idx="3"/>
          </p:cNvCxnSpPr>
          <p:nvPr/>
        </p:nvCxnSpPr>
        <p:spPr>
          <a:xfrm flipH="1" flipV="1">
            <a:off x="8560320" y="2733851"/>
            <a:ext cx="1464992" cy="1194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E63AB9E-65DA-9D21-A9BF-801427281664}"/>
              </a:ext>
            </a:extLst>
          </p:cNvPr>
          <p:cNvSpPr txBox="1"/>
          <p:nvPr/>
        </p:nvSpPr>
        <p:spPr>
          <a:xfrm>
            <a:off x="10025312" y="2561129"/>
            <a:ext cx="203235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Rename here</a:t>
            </a:r>
          </a:p>
        </p:txBody>
      </p:sp>
      <p:sp>
        <p:nvSpPr>
          <p:cNvPr id="37" name="Rectangle: Rounded Corners 36">
            <a:extLst>
              <a:ext uri="{FF2B5EF4-FFF2-40B4-BE49-F238E27FC236}">
                <a16:creationId xmlns:a16="http://schemas.microsoft.com/office/drawing/2014/main" id="{38966095-F5B0-B234-3BC7-8E816CA9DBA5}"/>
              </a:ext>
            </a:extLst>
          </p:cNvPr>
          <p:cNvSpPr/>
          <p:nvPr/>
        </p:nvSpPr>
        <p:spPr>
          <a:xfrm>
            <a:off x="6407325" y="2512379"/>
            <a:ext cx="215299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80AC2BBB-A2AF-A05C-89A9-07BFC740A438}"/>
              </a:ext>
            </a:extLst>
          </p:cNvPr>
          <p:cNvCxnSpPr>
            <a:cxnSpLocks/>
            <a:stCxn id="41" idx="1"/>
            <a:endCxn id="42" idx="3"/>
          </p:cNvCxnSpPr>
          <p:nvPr/>
        </p:nvCxnSpPr>
        <p:spPr>
          <a:xfrm flipH="1" flipV="1">
            <a:off x="8576888" y="3438647"/>
            <a:ext cx="1261380" cy="1194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D16C5BE-760F-181F-9863-A1FE6470BBE6}"/>
              </a:ext>
            </a:extLst>
          </p:cNvPr>
          <p:cNvSpPr txBox="1"/>
          <p:nvPr/>
        </p:nvSpPr>
        <p:spPr>
          <a:xfrm>
            <a:off x="9838268" y="3265925"/>
            <a:ext cx="223596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device model</a:t>
            </a:r>
          </a:p>
        </p:txBody>
      </p:sp>
      <p:sp>
        <p:nvSpPr>
          <p:cNvPr id="42" name="Rectangle: Rounded Corners 41">
            <a:extLst>
              <a:ext uri="{FF2B5EF4-FFF2-40B4-BE49-F238E27FC236}">
                <a16:creationId xmlns:a16="http://schemas.microsoft.com/office/drawing/2014/main" id="{0C9CC39B-A453-26BB-46CF-4102F789B267}"/>
              </a:ext>
            </a:extLst>
          </p:cNvPr>
          <p:cNvSpPr/>
          <p:nvPr/>
        </p:nvSpPr>
        <p:spPr>
          <a:xfrm>
            <a:off x="6423893" y="3217175"/>
            <a:ext cx="215299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6F93AB91-8E78-47EC-0D42-238985928387}"/>
              </a:ext>
            </a:extLst>
          </p:cNvPr>
          <p:cNvCxnSpPr>
            <a:cxnSpLocks/>
            <a:stCxn id="45" idx="0"/>
            <a:endCxn id="46" idx="2"/>
          </p:cNvCxnSpPr>
          <p:nvPr/>
        </p:nvCxnSpPr>
        <p:spPr>
          <a:xfrm flipV="1">
            <a:off x="10044094" y="5504318"/>
            <a:ext cx="0" cy="45229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DB22456-B466-6AB4-3589-DC1E217FAF93}"/>
              </a:ext>
            </a:extLst>
          </p:cNvPr>
          <p:cNvSpPr txBox="1"/>
          <p:nvPr/>
        </p:nvSpPr>
        <p:spPr>
          <a:xfrm>
            <a:off x="9027918" y="5956616"/>
            <a:ext cx="203235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Create here</a:t>
            </a:r>
          </a:p>
        </p:txBody>
      </p:sp>
      <p:sp>
        <p:nvSpPr>
          <p:cNvPr id="46" name="Rectangle: Rounded Corners 45">
            <a:extLst>
              <a:ext uri="{FF2B5EF4-FFF2-40B4-BE49-F238E27FC236}">
                <a16:creationId xmlns:a16="http://schemas.microsoft.com/office/drawing/2014/main" id="{4EED33F3-BF90-1EEA-1104-5747411DF677}"/>
              </a:ext>
            </a:extLst>
          </p:cNvPr>
          <p:cNvSpPr/>
          <p:nvPr/>
        </p:nvSpPr>
        <p:spPr>
          <a:xfrm>
            <a:off x="9300568" y="5061375"/>
            <a:ext cx="1487052"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FFD4341A-4D83-70B2-838A-1C039D2F95AE}"/>
              </a:ext>
            </a:extLst>
          </p:cNvPr>
          <p:cNvSpPr txBox="1"/>
          <p:nvPr/>
        </p:nvSpPr>
        <p:spPr>
          <a:xfrm>
            <a:off x="2585374" y="2955777"/>
            <a:ext cx="301686" cy="369332"/>
          </a:xfrm>
          <a:prstGeom prst="rect">
            <a:avLst/>
          </a:prstGeom>
          <a:solidFill>
            <a:srgbClr val="FF0000"/>
          </a:solidFill>
        </p:spPr>
        <p:txBody>
          <a:bodyPr wrap="none" rtlCol="0">
            <a:spAutoFit/>
          </a:bodyPr>
          <a:lstStyle/>
          <a:p>
            <a:r>
              <a:rPr lang="en-US" dirty="0"/>
              <a:t>1</a:t>
            </a:r>
          </a:p>
        </p:txBody>
      </p:sp>
      <p:sp>
        <p:nvSpPr>
          <p:cNvPr id="55" name="TextBox 54">
            <a:extLst>
              <a:ext uri="{FF2B5EF4-FFF2-40B4-BE49-F238E27FC236}">
                <a16:creationId xmlns:a16="http://schemas.microsoft.com/office/drawing/2014/main" id="{4ACBB9B9-35A5-8AD6-4E06-04A8A8BAF21D}"/>
              </a:ext>
            </a:extLst>
          </p:cNvPr>
          <p:cNvSpPr txBox="1"/>
          <p:nvPr/>
        </p:nvSpPr>
        <p:spPr>
          <a:xfrm>
            <a:off x="2707878" y="4298614"/>
            <a:ext cx="301686" cy="369332"/>
          </a:xfrm>
          <a:prstGeom prst="rect">
            <a:avLst/>
          </a:prstGeom>
          <a:solidFill>
            <a:srgbClr val="FF0000"/>
          </a:solidFill>
        </p:spPr>
        <p:txBody>
          <a:bodyPr wrap="none" rtlCol="0">
            <a:spAutoFit/>
          </a:bodyPr>
          <a:lstStyle/>
          <a:p>
            <a:r>
              <a:rPr lang="en-US" dirty="0"/>
              <a:t>2</a:t>
            </a:r>
          </a:p>
        </p:txBody>
      </p:sp>
      <p:sp>
        <p:nvSpPr>
          <p:cNvPr id="56" name="TextBox 55">
            <a:extLst>
              <a:ext uri="{FF2B5EF4-FFF2-40B4-BE49-F238E27FC236}">
                <a16:creationId xmlns:a16="http://schemas.microsoft.com/office/drawing/2014/main" id="{C5032148-4C39-8309-F07E-7BCE1A373420}"/>
              </a:ext>
            </a:extLst>
          </p:cNvPr>
          <p:cNvSpPr txBox="1"/>
          <p:nvPr/>
        </p:nvSpPr>
        <p:spPr>
          <a:xfrm>
            <a:off x="6176002" y="1651354"/>
            <a:ext cx="301686" cy="369332"/>
          </a:xfrm>
          <a:prstGeom prst="rect">
            <a:avLst/>
          </a:prstGeom>
          <a:solidFill>
            <a:srgbClr val="FF0000"/>
          </a:solidFill>
        </p:spPr>
        <p:txBody>
          <a:bodyPr wrap="none" rtlCol="0">
            <a:spAutoFit/>
          </a:bodyPr>
          <a:lstStyle/>
          <a:p>
            <a:r>
              <a:rPr lang="en-US" dirty="0"/>
              <a:t>3</a:t>
            </a:r>
          </a:p>
        </p:txBody>
      </p:sp>
      <p:sp>
        <p:nvSpPr>
          <p:cNvPr id="58" name="Rectangle: Rounded Corners 57">
            <a:extLst>
              <a:ext uri="{FF2B5EF4-FFF2-40B4-BE49-F238E27FC236}">
                <a16:creationId xmlns:a16="http://schemas.microsoft.com/office/drawing/2014/main" id="{0812F0B6-55F9-9227-4C01-4B8F3380777E}"/>
              </a:ext>
            </a:extLst>
          </p:cNvPr>
          <p:cNvSpPr/>
          <p:nvPr/>
        </p:nvSpPr>
        <p:spPr>
          <a:xfrm>
            <a:off x="2858721" y="3897269"/>
            <a:ext cx="939801"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D620EF0F-3AD4-AF1D-4DD8-A1EB846FF050}"/>
              </a:ext>
            </a:extLst>
          </p:cNvPr>
          <p:cNvCxnSpPr>
            <a:cxnSpLocks/>
            <a:endCxn id="58" idx="3"/>
          </p:cNvCxnSpPr>
          <p:nvPr/>
        </p:nvCxnSpPr>
        <p:spPr>
          <a:xfrm flipH="1">
            <a:off x="3798522" y="4118741"/>
            <a:ext cx="41998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B53AAC1-BAE7-19B5-4829-7EA9DE2332A4}"/>
              </a:ext>
            </a:extLst>
          </p:cNvPr>
          <p:cNvSpPr txBox="1"/>
          <p:nvPr/>
        </p:nvSpPr>
        <p:spPr>
          <a:xfrm>
            <a:off x="4230690" y="3923722"/>
            <a:ext cx="106000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Click this</a:t>
            </a:r>
          </a:p>
        </p:txBody>
      </p:sp>
      <p:sp>
        <p:nvSpPr>
          <p:cNvPr id="64" name="TextBox 63">
            <a:extLst>
              <a:ext uri="{FF2B5EF4-FFF2-40B4-BE49-F238E27FC236}">
                <a16:creationId xmlns:a16="http://schemas.microsoft.com/office/drawing/2014/main" id="{A202F837-DBA8-282E-21B4-515DA52ED94B}"/>
              </a:ext>
            </a:extLst>
          </p:cNvPr>
          <p:cNvSpPr txBox="1"/>
          <p:nvPr/>
        </p:nvSpPr>
        <p:spPr>
          <a:xfrm>
            <a:off x="6176002" y="2404900"/>
            <a:ext cx="301686" cy="369332"/>
          </a:xfrm>
          <a:prstGeom prst="rect">
            <a:avLst/>
          </a:prstGeom>
          <a:solidFill>
            <a:srgbClr val="FF0000"/>
          </a:solidFill>
        </p:spPr>
        <p:txBody>
          <a:bodyPr wrap="none" rtlCol="0">
            <a:spAutoFit/>
          </a:bodyPr>
          <a:lstStyle/>
          <a:p>
            <a:r>
              <a:rPr lang="en-US" dirty="0"/>
              <a:t>4</a:t>
            </a:r>
          </a:p>
        </p:txBody>
      </p:sp>
      <p:sp>
        <p:nvSpPr>
          <p:cNvPr id="65" name="TextBox 64">
            <a:extLst>
              <a:ext uri="{FF2B5EF4-FFF2-40B4-BE49-F238E27FC236}">
                <a16:creationId xmlns:a16="http://schemas.microsoft.com/office/drawing/2014/main" id="{3EE05A71-6C2B-AB7C-52E5-B3A59D4C7AB1}"/>
              </a:ext>
            </a:extLst>
          </p:cNvPr>
          <p:cNvSpPr txBox="1"/>
          <p:nvPr/>
        </p:nvSpPr>
        <p:spPr>
          <a:xfrm>
            <a:off x="6193758" y="3069314"/>
            <a:ext cx="301686" cy="369332"/>
          </a:xfrm>
          <a:prstGeom prst="rect">
            <a:avLst/>
          </a:prstGeom>
          <a:solidFill>
            <a:srgbClr val="FF0000"/>
          </a:solidFill>
        </p:spPr>
        <p:txBody>
          <a:bodyPr wrap="none" rtlCol="0">
            <a:spAutoFit/>
          </a:bodyPr>
          <a:lstStyle/>
          <a:p>
            <a:r>
              <a:rPr lang="en-US" dirty="0"/>
              <a:t>5</a:t>
            </a:r>
          </a:p>
        </p:txBody>
      </p:sp>
      <p:sp>
        <p:nvSpPr>
          <p:cNvPr id="66" name="TextBox 65">
            <a:extLst>
              <a:ext uri="{FF2B5EF4-FFF2-40B4-BE49-F238E27FC236}">
                <a16:creationId xmlns:a16="http://schemas.microsoft.com/office/drawing/2014/main" id="{6B1AD6F3-1CAE-E0FD-69EE-2FB93F5E7545}"/>
              </a:ext>
            </a:extLst>
          </p:cNvPr>
          <p:cNvSpPr txBox="1"/>
          <p:nvPr/>
        </p:nvSpPr>
        <p:spPr>
          <a:xfrm>
            <a:off x="9118041" y="4832428"/>
            <a:ext cx="301686" cy="369332"/>
          </a:xfrm>
          <a:prstGeom prst="rect">
            <a:avLst/>
          </a:prstGeom>
          <a:solidFill>
            <a:srgbClr val="FF0000"/>
          </a:solidFill>
        </p:spPr>
        <p:txBody>
          <a:bodyPr wrap="none" rtlCol="0">
            <a:spAutoFit/>
          </a:bodyPr>
          <a:lstStyle/>
          <a:p>
            <a:r>
              <a:rPr lang="en-US" dirty="0"/>
              <a:t>6</a:t>
            </a:r>
          </a:p>
        </p:txBody>
      </p:sp>
    </p:spTree>
    <p:extLst>
      <p:ext uri="{BB962C8B-B14F-4D97-AF65-F5344CB8AC3E}">
        <p14:creationId xmlns:p14="http://schemas.microsoft.com/office/powerpoint/2010/main" val="3597202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01DDE-9D7C-450A-8A6B-CB6C8142486B}"/>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695A21EC-72E1-598B-DA11-434A70109AF9}"/>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pic>
        <p:nvPicPr>
          <p:cNvPr id="4" name="Picture 3">
            <a:extLst>
              <a:ext uri="{FF2B5EF4-FFF2-40B4-BE49-F238E27FC236}">
                <a16:creationId xmlns:a16="http://schemas.microsoft.com/office/drawing/2014/main" id="{E1E522B2-38EE-84FB-D088-5B65275CB2FD}"/>
              </a:ext>
            </a:extLst>
          </p:cNvPr>
          <p:cNvPicPr>
            <a:picLocks noChangeAspect="1"/>
          </p:cNvPicPr>
          <p:nvPr/>
        </p:nvPicPr>
        <p:blipFill>
          <a:blip r:embed="rId3"/>
          <a:stretch>
            <a:fillRect/>
          </a:stretch>
        </p:blipFill>
        <p:spPr>
          <a:xfrm>
            <a:off x="300908" y="1050586"/>
            <a:ext cx="7245953" cy="1738796"/>
          </a:xfrm>
          <a:prstGeom prst="rect">
            <a:avLst/>
          </a:prstGeom>
        </p:spPr>
      </p:pic>
      <p:pic>
        <p:nvPicPr>
          <p:cNvPr id="6" name="Picture 5">
            <a:extLst>
              <a:ext uri="{FF2B5EF4-FFF2-40B4-BE49-F238E27FC236}">
                <a16:creationId xmlns:a16="http://schemas.microsoft.com/office/drawing/2014/main" id="{B7EE5932-6E92-32FC-D763-D20A79D3B864}"/>
              </a:ext>
            </a:extLst>
          </p:cNvPr>
          <p:cNvPicPr>
            <a:picLocks noChangeAspect="1"/>
          </p:cNvPicPr>
          <p:nvPr/>
        </p:nvPicPr>
        <p:blipFill>
          <a:blip r:embed="rId4"/>
          <a:stretch>
            <a:fillRect/>
          </a:stretch>
        </p:blipFill>
        <p:spPr>
          <a:xfrm>
            <a:off x="5126183" y="2886874"/>
            <a:ext cx="6743720" cy="3394339"/>
          </a:xfrm>
          <a:prstGeom prst="rect">
            <a:avLst/>
          </a:prstGeom>
        </p:spPr>
      </p:pic>
      <p:sp>
        <p:nvSpPr>
          <p:cNvPr id="5" name="TextBox 4">
            <a:extLst>
              <a:ext uri="{FF2B5EF4-FFF2-40B4-BE49-F238E27FC236}">
                <a16:creationId xmlns:a16="http://schemas.microsoft.com/office/drawing/2014/main" id="{06C03A55-49A9-D60F-C980-9D1D108A219B}"/>
              </a:ext>
            </a:extLst>
          </p:cNvPr>
          <p:cNvSpPr txBox="1"/>
          <p:nvPr/>
        </p:nvSpPr>
        <p:spPr>
          <a:xfrm>
            <a:off x="300908" y="810939"/>
            <a:ext cx="8208401" cy="369332"/>
          </a:xfrm>
          <a:prstGeom prst="rect">
            <a:avLst/>
          </a:prstGeom>
          <a:noFill/>
        </p:spPr>
        <p:txBody>
          <a:bodyPr wrap="none" rtlCol="0">
            <a:spAutoFit/>
          </a:bodyPr>
          <a:lstStyle/>
          <a:p>
            <a:r>
              <a:rPr lang="en-US" dirty="0"/>
              <a:t>2.3. Upload SDS package on DL Connect website and trigger the package from remote</a:t>
            </a:r>
          </a:p>
        </p:txBody>
      </p:sp>
      <p:sp>
        <p:nvSpPr>
          <p:cNvPr id="7" name="Rectangle: Rounded Corners 6">
            <a:extLst>
              <a:ext uri="{FF2B5EF4-FFF2-40B4-BE49-F238E27FC236}">
                <a16:creationId xmlns:a16="http://schemas.microsoft.com/office/drawing/2014/main" id="{89DF262F-AD47-B0DD-80A9-1EB6B438704E}"/>
              </a:ext>
            </a:extLst>
          </p:cNvPr>
          <p:cNvSpPr/>
          <p:nvPr/>
        </p:nvSpPr>
        <p:spPr>
          <a:xfrm>
            <a:off x="4293336" y="995605"/>
            <a:ext cx="1108397"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AD8F2D19-717B-391F-FC67-023E6C08BDC1}"/>
              </a:ext>
            </a:extLst>
          </p:cNvPr>
          <p:cNvCxnSpPr>
            <a:cxnSpLocks/>
            <a:stCxn id="10" idx="1"/>
            <a:endCxn id="7" idx="3"/>
          </p:cNvCxnSpPr>
          <p:nvPr/>
        </p:nvCxnSpPr>
        <p:spPr>
          <a:xfrm flipH="1" flipV="1">
            <a:off x="5401733" y="1217077"/>
            <a:ext cx="2277858" cy="88757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90F2460-3409-86DE-39C5-220785881D3B}"/>
              </a:ext>
            </a:extLst>
          </p:cNvPr>
          <p:cNvSpPr txBox="1"/>
          <p:nvPr/>
        </p:nvSpPr>
        <p:spPr>
          <a:xfrm>
            <a:off x="7679591" y="1919984"/>
            <a:ext cx="208658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Choose Commands</a:t>
            </a:r>
          </a:p>
        </p:txBody>
      </p:sp>
      <p:sp>
        <p:nvSpPr>
          <p:cNvPr id="11" name="Rectangle: Rounded Corners 10">
            <a:extLst>
              <a:ext uri="{FF2B5EF4-FFF2-40B4-BE49-F238E27FC236}">
                <a16:creationId xmlns:a16="http://schemas.microsoft.com/office/drawing/2014/main" id="{C3D9EB0A-776C-D543-F532-76F5A20471BC}"/>
              </a:ext>
            </a:extLst>
          </p:cNvPr>
          <p:cNvSpPr/>
          <p:nvPr/>
        </p:nvSpPr>
        <p:spPr>
          <a:xfrm>
            <a:off x="249553" y="1368242"/>
            <a:ext cx="3060914" cy="86695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4B56991-572E-CD80-56AB-C42F1BF25AD6}"/>
              </a:ext>
            </a:extLst>
          </p:cNvPr>
          <p:cNvCxnSpPr>
            <a:cxnSpLocks/>
            <a:stCxn id="13" idx="0"/>
            <a:endCxn id="11" idx="2"/>
          </p:cNvCxnSpPr>
          <p:nvPr/>
        </p:nvCxnSpPr>
        <p:spPr>
          <a:xfrm flipV="1">
            <a:off x="1780010" y="2235200"/>
            <a:ext cx="0" cy="118708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901A4EB-7643-52DA-F940-A7F171969C43}"/>
              </a:ext>
            </a:extLst>
          </p:cNvPr>
          <p:cNvSpPr txBox="1"/>
          <p:nvPr/>
        </p:nvSpPr>
        <p:spPr>
          <a:xfrm>
            <a:off x="736718" y="3422288"/>
            <a:ext cx="208658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Go to the gun device page</a:t>
            </a:r>
          </a:p>
        </p:txBody>
      </p:sp>
      <p:sp>
        <p:nvSpPr>
          <p:cNvPr id="29" name="Rectangle: Rounded Corners 28">
            <a:extLst>
              <a:ext uri="{FF2B5EF4-FFF2-40B4-BE49-F238E27FC236}">
                <a16:creationId xmlns:a16="http://schemas.microsoft.com/office/drawing/2014/main" id="{137E2FA5-884F-7122-C29B-337101F997AB}"/>
              </a:ext>
            </a:extLst>
          </p:cNvPr>
          <p:cNvSpPr/>
          <p:nvPr/>
        </p:nvSpPr>
        <p:spPr>
          <a:xfrm>
            <a:off x="4997044" y="4666177"/>
            <a:ext cx="2270655"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46049657-9FB3-00B2-960B-2229718B870A}"/>
              </a:ext>
            </a:extLst>
          </p:cNvPr>
          <p:cNvCxnSpPr>
            <a:cxnSpLocks/>
            <a:stCxn id="31" idx="3"/>
            <a:endCxn id="29" idx="1"/>
          </p:cNvCxnSpPr>
          <p:nvPr/>
        </p:nvCxnSpPr>
        <p:spPr>
          <a:xfrm>
            <a:off x="3773461" y="4886191"/>
            <a:ext cx="1223583" cy="145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581E862-4D3B-311A-4579-FAF97D99F319}"/>
              </a:ext>
            </a:extLst>
          </p:cNvPr>
          <p:cNvSpPr txBox="1"/>
          <p:nvPr/>
        </p:nvSpPr>
        <p:spPr>
          <a:xfrm>
            <a:off x="635000" y="4701525"/>
            <a:ext cx="313846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 SDS package to execute</a:t>
            </a:r>
          </a:p>
        </p:txBody>
      </p:sp>
      <p:sp>
        <p:nvSpPr>
          <p:cNvPr id="34" name="Rectangle: Rounded Corners 33">
            <a:extLst>
              <a:ext uri="{FF2B5EF4-FFF2-40B4-BE49-F238E27FC236}">
                <a16:creationId xmlns:a16="http://schemas.microsoft.com/office/drawing/2014/main" id="{75F0040D-D17F-2990-925D-39D26137415A}"/>
              </a:ext>
            </a:extLst>
          </p:cNvPr>
          <p:cNvSpPr/>
          <p:nvPr/>
        </p:nvSpPr>
        <p:spPr>
          <a:xfrm>
            <a:off x="10930467" y="5827047"/>
            <a:ext cx="876543" cy="4429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FEAA6E79-C42E-3603-5003-6D4134441C0F}"/>
              </a:ext>
            </a:extLst>
          </p:cNvPr>
          <p:cNvCxnSpPr>
            <a:cxnSpLocks/>
            <a:stCxn id="36" idx="3"/>
            <a:endCxn id="34" idx="1"/>
          </p:cNvCxnSpPr>
          <p:nvPr/>
        </p:nvCxnSpPr>
        <p:spPr>
          <a:xfrm>
            <a:off x="4847534" y="6011713"/>
            <a:ext cx="6082933" cy="368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AD200F6-CA5E-6B22-34CD-7FFFA851BE05}"/>
              </a:ext>
            </a:extLst>
          </p:cNvPr>
          <p:cNvSpPr txBox="1"/>
          <p:nvPr/>
        </p:nvSpPr>
        <p:spPr>
          <a:xfrm>
            <a:off x="2823302" y="5827047"/>
            <a:ext cx="202423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Start the update</a:t>
            </a:r>
          </a:p>
        </p:txBody>
      </p:sp>
      <p:sp>
        <p:nvSpPr>
          <p:cNvPr id="40" name="TextBox 39">
            <a:extLst>
              <a:ext uri="{FF2B5EF4-FFF2-40B4-BE49-F238E27FC236}">
                <a16:creationId xmlns:a16="http://schemas.microsoft.com/office/drawing/2014/main" id="{D2E1C17B-C192-C718-DD0B-9A8E5ABF46BB}"/>
              </a:ext>
            </a:extLst>
          </p:cNvPr>
          <p:cNvSpPr txBox="1"/>
          <p:nvPr/>
        </p:nvSpPr>
        <p:spPr>
          <a:xfrm>
            <a:off x="98710" y="1270750"/>
            <a:ext cx="301686" cy="369332"/>
          </a:xfrm>
          <a:prstGeom prst="rect">
            <a:avLst/>
          </a:prstGeom>
          <a:solidFill>
            <a:srgbClr val="FF0000"/>
          </a:solidFill>
        </p:spPr>
        <p:txBody>
          <a:bodyPr wrap="none" rtlCol="0">
            <a:spAutoFit/>
          </a:bodyPr>
          <a:lstStyle/>
          <a:p>
            <a:r>
              <a:rPr lang="en-US" dirty="0"/>
              <a:t>1</a:t>
            </a:r>
          </a:p>
        </p:txBody>
      </p:sp>
      <p:sp>
        <p:nvSpPr>
          <p:cNvPr id="41" name="TextBox 40">
            <a:extLst>
              <a:ext uri="{FF2B5EF4-FFF2-40B4-BE49-F238E27FC236}">
                <a16:creationId xmlns:a16="http://schemas.microsoft.com/office/drawing/2014/main" id="{487BF327-F45F-60F6-725F-C018F2053823}"/>
              </a:ext>
            </a:extLst>
          </p:cNvPr>
          <p:cNvSpPr txBox="1"/>
          <p:nvPr/>
        </p:nvSpPr>
        <p:spPr>
          <a:xfrm>
            <a:off x="5277821" y="1346215"/>
            <a:ext cx="301686" cy="369332"/>
          </a:xfrm>
          <a:prstGeom prst="rect">
            <a:avLst/>
          </a:prstGeom>
          <a:solidFill>
            <a:srgbClr val="FF0000"/>
          </a:solidFill>
        </p:spPr>
        <p:txBody>
          <a:bodyPr wrap="none" rtlCol="0">
            <a:spAutoFit/>
          </a:bodyPr>
          <a:lstStyle/>
          <a:p>
            <a:r>
              <a:rPr lang="en-US" dirty="0"/>
              <a:t>2</a:t>
            </a:r>
          </a:p>
        </p:txBody>
      </p:sp>
      <p:sp>
        <p:nvSpPr>
          <p:cNvPr id="42" name="TextBox 41">
            <a:extLst>
              <a:ext uri="{FF2B5EF4-FFF2-40B4-BE49-F238E27FC236}">
                <a16:creationId xmlns:a16="http://schemas.microsoft.com/office/drawing/2014/main" id="{3E019DDB-F6EA-679C-012F-A32189579444}"/>
              </a:ext>
            </a:extLst>
          </p:cNvPr>
          <p:cNvSpPr txBox="1"/>
          <p:nvPr/>
        </p:nvSpPr>
        <p:spPr>
          <a:xfrm>
            <a:off x="4824497" y="4399377"/>
            <a:ext cx="301686" cy="369332"/>
          </a:xfrm>
          <a:prstGeom prst="rect">
            <a:avLst/>
          </a:prstGeom>
          <a:solidFill>
            <a:srgbClr val="FF0000"/>
          </a:solidFill>
        </p:spPr>
        <p:txBody>
          <a:bodyPr wrap="none" rtlCol="0">
            <a:spAutoFit/>
          </a:bodyPr>
          <a:lstStyle/>
          <a:p>
            <a:r>
              <a:rPr lang="en-US" dirty="0"/>
              <a:t>3</a:t>
            </a:r>
          </a:p>
        </p:txBody>
      </p:sp>
      <p:sp>
        <p:nvSpPr>
          <p:cNvPr id="43" name="TextBox 42">
            <a:extLst>
              <a:ext uri="{FF2B5EF4-FFF2-40B4-BE49-F238E27FC236}">
                <a16:creationId xmlns:a16="http://schemas.microsoft.com/office/drawing/2014/main" id="{F14B8FCD-998C-25F6-BFA3-BC9848D4A490}"/>
              </a:ext>
            </a:extLst>
          </p:cNvPr>
          <p:cNvSpPr txBox="1"/>
          <p:nvPr/>
        </p:nvSpPr>
        <p:spPr>
          <a:xfrm>
            <a:off x="11719060" y="5590527"/>
            <a:ext cx="301686" cy="369332"/>
          </a:xfrm>
          <a:prstGeom prst="rect">
            <a:avLst/>
          </a:prstGeom>
          <a:solidFill>
            <a:srgbClr val="FF0000"/>
          </a:solidFill>
        </p:spPr>
        <p:txBody>
          <a:bodyPr wrap="none" rtlCol="0">
            <a:spAutoFit/>
          </a:bodyPr>
          <a:lstStyle/>
          <a:p>
            <a:r>
              <a:rPr lang="en-US" dirty="0"/>
              <a:t>4</a:t>
            </a:r>
          </a:p>
        </p:txBody>
      </p:sp>
    </p:spTree>
    <p:extLst>
      <p:ext uri="{BB962C8B-B14F-4D97-AF65-F5344CB8AC3E}">
        <p14:creationId xmlns:p14="http://schemas.microsoft.com/office/powerpoint/2010/main" val="3758562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B82D-1D22-FD72-CC93-123C8330D2C0}"/>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C7A21296-41AC-7040-238A-B9515E3B4D17}"/>
              </a:ext>
            </a:extLst>
          </p:cNvPr>
          <p:cNvSpPr>
            <a:spLocks noGrp="1"/>
          </p:cNvSpPr>
          <p:nvPr>
            <p:ph type="title"/>
          </p:nvPr>
        </p:nvSpPr>
        <p:spPr>
          <a:xfrm>
            <a:off x="300908" y="105407"/>
            <a:ext cx="11679425" cy="740652"/>
          </a:xfrm>
        </p:spPr>
        <p:txBody>
          <a:bodyPr/>
          <a:lstStyle/>
          <a:p>
            <a:r>
              <a:rPr lang="en-US" dirty="0"/>
              <a:t>2. How to update firmware/configuration for the HHS gun attached to FRS device</a:t>
            </a:r>
            <a:endParaRPr lang="it-IT" dirty="0"/>
          </a:p>
        </p:txBody>
      </p:sp>
      <p:pic>
        <p:nvPicPr>
          <p:cNvPr id="4" name="Picture 3">
            <a:extLst>
              <a:ext uri="{FF2B5EF4-FFF2-40B4-BE49-F238E27FC236}">
                <a16:creationId xmlns:a16="http://schemas.microsoft.com/office/drawing/2014/main" id="{EAA0D427-75E7-4985-468D-B25926802C9F}"/>
              </a:ext>
            </a:extLst>
          </p:cNvPr>
          <p:cNvPicPr>
            <a:picLocks noChangeAspect="1"/>
          </p:cNvPicPr>
          <p:nvPr/>
        </p:nvPicPr>
        <p:blipFill>
          <a:blip r:embed="rId3"/>
          <a:stretch>
            <a:fillRect/>
          </a:stretch>
        </p:blipFill>
        <p:spPr>
          <a:xfrm>
            <a:off x="891612" y="1744621"/>
            <a:ext cx="10498015" cy="1486107"/>
          </a:xfrm>
          <a:prstGeom prst="rect">
            <a:avLst/>
          </a:prstGeom>
        </p:spPr>
      </p:pic>
      <p:pic>
        <p:nvPicPr>
          <p:cNvPr id="6" name="Picture 5">
            <a:extLst>
              <a:ext uri="{FF2B5EF4-FFF2-40B4-BE49-F238E27FC236}">
                <a16:creationId xmlns:a16="http://schemas.microsoft.com/office/drawing/2014/main" id="{94DD91A9-C3A5-ED38-2450-9B98B302BE96}"/>
              </a:ext>
            </a:extLst>
          </p:cNvPr>
          <p:cNvPicPr>
            <a:picLocks noChangeAspect="1"/>
          </p:cNvPicPr>
          <p:nvPr/>
        </p:nvPicPr>
        <p:blipFill>
          <a:blip r:embed="rId4"/>
          <a:stretch>
            <a:fillRect/>
          </a:stretch>
        </p:blipFill>
        <p:spPr>
          <a:xfrm>
            <a:off x="861282" y="4751975"/>
            <a:ext cx="10469436" cy="1228896"/>
          </a:xfrm>
          <a:prstGeom prst="rect">
            <a:avLst/>
          </a:prstGeom>
        </p:spPr>
      </p:pic>
      <p:sp>
        <p:nvSpPr>
          <p:cNvPr id="5" name="TextBox 4">
            <a:extLst>
              <a:ext uri="{FF2B5EF4-FFF2-40B4-BE49-F238E27FC236}">
                <a16:creationId xmlns:a16="http://schemas.microsoft.com/office/drawing/2014/main" id="{B3BC3AFF-E4B9-AE26-C114-2AC4C8BC90C7}"/>
              </a:ext>
            </a:extLst>
          </p:cNvPr>
          <p:cNvSpPr txBox="1"/>
          <p:nvPr/>
        </p:nvSpPr>
        <p:spPr>
          <a:xfrm>
            <a:off x="300908" y="810939"/>
            <a:ext cx="8208401" cy="369332"/>
          </a:xfrm>
          <a:prstGeom prst="rect">
            <a:avLst/>
          </a:prstGeom>
          <a:noFill/>
        </p:spPr>
        <p:txBody>
          <a:bodyPr wrap="none" rtlCol="0">
            <a:spAutoFit/>
          </a:bodyPr>
          <a:lstStyle/>
          <a:p>
            <a:r>
              <a:rPr lang="en-US" dirty="0"/>
              <a:t>2.3. Upload SDS package on DL Connect website and trigger the package from remote</a:t>
            </a:r>
          </a:p>
        </p:txBody>
      </p:sp>
      <p:sp>
        <p:nvSpPr>
          <p:cNvPr id="10" name="TextBox 9">
            <a:extLst>
              <a:ext uri="{FF2B5EF4-FFF2-40B4-BE49-F238E27FC236}">
                <a16:creationId xmlns:a16="http://schemas.microsoft.com/office/drawing/2014/main" id="{7E7C8F4B-6F01-EAFF-691D-55F49008D372}"/>
              </a:ext>
            </a:extLst>
          </p:cNvPr>
          <p:cNvSpPr txBox="1"/>
          <p:nvPr/>
        </p:nvSpPr>
        <p:spPr>
          <a:xfrm>
            <a:off x="973666" y="1422016"/>
            <a:ext cx="313846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 SDS package is applying…</a:t>
            </a:r>
          </a:p>
        </p:txBody>
      </p:sp>
      <p:sp>
        <p:nvSpPr>
          <p:cNvPr id="12" name="TextBox 11">
            <a:extLst>
              <a:ext uri="{FF2B5EF4-FFF2-40B4-BE49-F238E27FC236}">
                <a16:creationId xmlns:a16="http://schemas.microsoft.com/office/drawing/2014/main" id="{303E074C-19A2-C085-E274-56406FCD37DB}"/>
              </a:ext>
            </a:extLst>
          </p:cNvPr>
          <p:cNvSpPr txBox="1"/>
          <p:nvPr/>
        </p:nvSpPr>
        <p:spPr>
          <a:xfrm>
            <a:off x="973665" y="4317763"/>
            <a:ext cx="4597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 SDS package is applied successfully </a:t>
            </a:r>
          </a:p>
        </p:txBody>
      </p:sp>
      <p:sp>
        <p:nvSpPr>
          <p:cNvPr id="13" name="TextBox 12">
            <a:extLst>
              <a:ext uri="{FF2B5EF4-FFF2-40B4-BE49-F238E27FC236}">
                <a16:creationId xmlns:a16="http://schemas.microsoft.com/office/drawing/2014/main" id="{FD486B7B-405C-3F3A-F974-CA8871B14598}"/>
              </a:ext>
            </a:extLst>
          </p:cNvPr>
          <p:cNvSpPr txBox="1"/>
          <p:nvPr/>
        </p:nvSpPr>
        <p:spPr>
          <a:xfrm>
            <a:off x="3961284" y="1204910"/>
            <a:ext cx="301686" cy="369332"/>
          </a:xfrm>
          <a:prstGeom prst="rect">
            <a:avLst/>
          </a:prstGeom>
          <a:solidFill>
            <a:srgbClr val="FF0000"/>
          </a:solid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4D968D35-DDC8-3357-77F3-CA59B8F7A12B}"/>
              </a:ext>
            </a:extLst>
          </p:cNvPr>
          <p:cNvSpPr txBox="1"/>
          <p:nvPr/>
        </p:nvSpPr>
        <p:spPr>
          <a:xfrm>
            <a:off x="5420224" y="4048431"/>
            <a:ext cx="301686" cy="369332"/>
          </a:xfrm>
          <a:prstGeom prst="rect">
            <a:avLst/>
          </a:prstGeom>
          <a:solidFill>
            <a:srgbClr val="FF0000"/>
          </a:solidFill>
        </p:spPr>
        <p:txBody>
          <a:bodyPr wrap="none" rtlCol="0">
            <a:spAutoFit/>
          </a:bodyPr>
          <a:lstStyle/>
          <a:p>
            <a:r>
              <a:rPr lang="en-US" dirty="0"/>
              <a:t>2</a:t>
            </a:r>
          </a:p>
        </p:txBody>
      </p:sp>
    </p:spTree>
    <p:extLst>
      <p:ext uri="{BB962C8B-B14F-4D97-AF65-F5344CB8AC3E}">
        <p14:creationId xmlns:p14="http://schemas.microsoft.com/office/powerpoint/2010/main" val="146536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039286"/>
      </p:ext>
    </p:extLst>
  </p:cSld>
  <p:clrMapOvr>
    <a:masterClrMapping/>
  </p:clrMapOvr>
</p:sld>
</file>

<file path=ppt/theme/theme1.xml><?xml version="1.0" encoding="utf-8"?>
<a:theme xmlns:a="http://schemas.openxmlformats.org/drawingml/2006/main" name="PPT_Template_2019_Model_04-07-19">
  <a:themeElements>
    <a:clrScheme name="Datalogic">
      <a:dk1>
        <a:srgbClr val="000000"/>
      </a:dk1>
      <a:lt1>
        <a:srgbClr val="FFFFFF"/>
      </a:lt1>
      <a:dk2>
        <a:srgbClr val="242852"/>
      </a:dk2>
      <a:lt2>
        <a:srgbClr val="ACCBF9"/>
      </a:lt2>
      <a:accent1>
        <a:srgbClr val="001B57"/>
      </a:accent1>
      <a:accent2>
        <a:srgbClr val="7EA1AE"/>
      </a:accent2>
      <a:accent3>
        <a:srgbClr val="303F5A"/>
      </a:accent3>
      <a:accent4>
        <a:srgbClr val="006693"/>
      </a:accent4>
      <a:accent5>
        <a:srgbClr val="88ACCA"/>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0th anniversay-PPT_Template_Model.potx" id="{83849088-DE0E-42FA-8257-11DAD81D8EB0}" vid="{FE73B2A4-047F-4E73-8BC1-7B4151A5A12F}"/>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34746de-6a72-49d7-99b9-9eafae820367">
      <Terms xmlns="http://schemas.microsoft.com/office/infopath/2007/PartnerControls"/>
    </lcf76f155ced4ddcb4097134ff3c332f>
    <TaxCatchAll xmlns="bff6a5a3-307d-4960-93b6-29b62065686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916EDAFD1F34F48A83E029AA544BBF2" ma:contentTypeVersion="15" ma:contentTypeDescription="Creare un nuovo documento." ma:contentTypeScope="" ma:versionID="32027dd1deb1d1d59c27df0e0e96ce3a">
  <xsd:schema xmlns:xsd="http://www.w3.org/2001/XMLSchema" xmlns:xs="http://www.w3.org/2001/XMLSchema" xmlns:p="http://schemas.microsoft.com/office/2006/metadata/properties" xmlns:ns2="d34746de-6a72-49d7-99b9-9eafae820367" xmlns:ns3="bff6a5a3-307d-4960-93b6-29b62065686e" targetNamespace="http://schemas.microsoft.com/office/2006/metadata/properties" ma:root="true" ma:fieldsID="6a80b0a2c5e04f2eaee54e6d4e2dba77" ns2:_="" ns3:_="">
    <xsd:import namespace="d34746de-6a72-49d7-99b9-9eafae820367"/>
    <xsd:import namespace="bff6a5a3-307d-4960-93b6-29b62065686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4746de-6a72-49d7-99b9-9eafae8203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424b201-d712-45b7-af54-48c9243622b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f6a5a3-307d-4960-93b6-29b62065686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35a619-af06-40a2-a727-c54cef6654ff}" ma:internalName="TaxCatchAll" ma:showField="CatchAllData" ma:web="bff6a5a3-307d-4960-93b6-29b62065686e">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22BAA5-D829-4250-8C44-B29784E6C87E}">
  <ds:schemaRefs>
    <ds:schemaRef ds:uri="http://schemas.microsoft.com/sharepoint/v3/contenttype/forms"/>
  </ds:schemaRefs>
</ds:datastoreItem>
</file>

<file path=customXml/itemProps2.xml><?xml version="1.0" encoding="utf-8"?>
<ds:datastoreItem xmlns:ds="http://schemas.openxmlformats.org/officeDocument/2006/customXml" ds:itemID="{06E51D65-07E0-4C51-AF8C-30B9D514BC1A}">
  <ds:schemaRefs>
    <ds:schemaRef ds:uri="http://schemas.microsoft.com/office/2006/documentManagement/types"/>
    <ds:schemaRef ds:uri="http://purl.org/dc/terms/"/>
    <ds:schemaRef ds:uri="http://purl.org/dc/elements/1.1/"/>
    <ds:schemaRef ds:uri="http://www.w3.org/XML/1998/namespace"/>
    <ds:schemaRef ds:uri="http://purl.org/dc/dcmitype/"/>
    <ds:schemaRef ds:uri="http://schemas.openxmlformats.org/package/2006/metadata/core-properties"/>
    <ds:schemaRef ds:uri="d34746de-6a72-49d7-99b9-9eafae820367"/>
    <ds:schemaRef ds:uri="http://schemas.microsoft.com/office/2006/metadata/properties"/>
    <ds:schemaRef ds:uri="http://schemas.microsoft.com/office/infopath/2007/PartnerControls"/>
    <ds:schemaRef ds:uri="bff6a5a3-307d-4960-93b6-29b62065686e"/>
  </ds:schemaRefs>
</ds:datastoreItem>
</file>

<file path=customXml/itemProps3.xml><?xml version="1.0" encoding="utf-8"?>
<ds:datastoreItem xmlns:ds="http://schemas.openxmlformats.org/officeDocument/2006/customXml" ds:itemID="{DD721412-32EA-4D80-8A2B-41667CBD5A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4746de-6a72-49d7-99b9-9eafae820367"/>
    <ds:schemaRef ds:uri="bff6a5a3-307d-4960-93b6-29b6206568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a2dafb3-132a-46b9-83a0-0e9a533a1d85}" enabled="1" method="Standard" siteId="{fa92fa5a-de6c-4caf-a2ae-f13cb9d1c40a}" contentBits="2" removed="0"/>
</clbl:labelList>
</file>

<file path=docProps/app.xml><?xml version="1.0" encoding="utf-8"?>
<Properties xmlns="http://schemas.openxmlformats.org/officeDocument/2006/extended-properties" xmlns:vt="http://schemas.openxmlformats.org/officeDocument/2006/docPropsVTypes">
  <Template>50th anniversay-PPT_Template_Model</Template>
  <TotalTime>3687</TotalTime>
  <Words>1907</Words>
  <Application>Microsoft Office PowerPoint</Application>
  <PresentationFormat>Widescreen</PresentationFormat>
  <Paragraphs>268</Paragraphs>
  <Slides>38</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PPT_Template_2019_Model_04-07-19</vt:lpstr>
      <vt:lpstr>Aladdin SDS Daisy Chain Introduction</vt:lpstr>
      <vt:lpstr>Outline</vt:lpstr>
      <vt:lpstr>Caution </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1. How to see daisy chain devices on DL Connect website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2. How to update firmware/configuration for the HHS gun attached to FRS device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Martini, Elisa</dc:creator>
  <cp:lastModifiedBy>Tran, Khai</cp:lastModifiedBy>
  <cp:revision>68</cp:revision>
  <dcterms:created xsi:type="dcterms:W3CDTF">2022-04-12T12:24:45Z</dcterms:created>
  <dcterms:modified xsi:type="dcterms:W3CDTF">2026-05-05T02:42:01Z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0x0101004916EDAFD1F34F48A83E029AA544BBF2</vt:lpwstr>
  </property>
  <property fmtid="{D5CDD505-2E9C-101B-9397-08002B2CF9AE}" pid="3" name="URL">
    <vt:lpwstr/>
  </property>
  <property fmtid="{D5CDD505-2E9C-101B-9397-08002B2CF9AE}" pid="4" name="Image">
    <vt:lpwstr/>
  </property>
  <property fmtid="{D5CDD505-2E9C-101B-9397-08002B2CF9AE}" pid="5" name="Section">
    <vt:lpwstr>PowerPoint Presentation Template</vt:lpwstr>
  </property>
  <property fmtid="{D5CDD505-2E9C-101B-9397-08002B2CF9AE}" pid="6" name="xd_Signature">
    <vt:bool>false</vt:bool>
  </property>
  <property fmtid="{D5CDD505-2E9C-101B-9397-08002B2CF9AE}" pid="7" name="xd_ProgID">
    <vt:lpwstr/>
  </property>
  <property fmtid="{D5CDD505-2E9C-101B-9397-08002B2CF9AE}" pid="8" name="TemplateUrl">
    <vt:lpwstr/>
  </property>
  <property fmtid="{D5CDD505-2E9C-101B-9397-08002B2CF9AE}" pid="9" name="ComplianceAssetId">
    <vt:lpwstr/>
  </property>
  <property fmtid="{D5CDD505-2E9C-101B-9397-08002B2CF9AE}" pid="10" name="MSIP_Label_9a2dafb3-132a-46b9-83a0-0e9a533a1d85_Enabled">
    <vt:lpwstr>true</vt:lpwstr>
  </property>
  <property fmtid="{D5CDD505-2E9C-101B-9397-08002B2CF9AE}" pid="11" name="MSIP_Label_9a2dafb3-132a-46b9-83a0-0e9a533a1d85_SetDate">
    <vt:lpwstr>2023-07-12T12:14:20Z</vt:lpwstr>
  </property>
  <property fmtid="{D5CDD505-2E9C-101B-9397-08002B2CF9AE}" pid="12" name="MSIP_Label_9a2dafb3-132a-46b9-83a0-0e9a533a1d85_Method">
    <vt:lpwstr>Standard</vt:lpwstr>
  </property>
  <property fmtid="{D5CDD505-2E9C-101B-9397-08002B2CF9AE}" pid="13" name="MSIP_Label_9a2dafb3-132a-46b9-83a0-0e9a533a1d85_Name">
    <vt:lpwstr>Datalogic Confidential Internal</vt:lpwstr>
  </property>
  <property fmtid="{D5CDD505-2E9C-101B-9397-08002B2CF9AE}" pid="14" name="MSIP_Label_9a2dafb3-132a-46b9-83a0-0e9a533a1d85_SiteId">
    <vt:lpwstr>fa92fa5a-de6c-4caf-a2ae-f13cb9d1c40a</vt:lpwstr>
  </property>
  <property fmtid="{D5CDD505-2E9C-101B-9397-08002B2CF9AE}" pid="15" name="MSIP_Label_9a2dafb3-132a-46b9-83a0-0e9a533a1d85_ActionId">
    <vt:lpwstr>fc69378f-d8ba-4631-912d-529d77acc5f0</vt:lpwstr>
  </property>
  <property fmtid="{D5CDD505-2E9C-101B-9397-08002B2CF9AE}" pid="16" name="MSIP_Label_9a2dafb3-132a-46b9-83a0-0e9a533a1d85_ContentBits">
    <vt:lpwstr>2</vt:lpwstr>
  </property>
</Properties>
</file>